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with learner experience and expected outputs. The host is shared: only one team injects a fault at a time. The supplied PDF is the curriculum authority; Ubuntu is the live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390 minutes plus 60-minute lunch and two 15-minute breaks. Advanced challenge banks are extension work. Split blocks around breaks as needed; do not silently remove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shared/instructor/setup-and-delivery.md. Current EC2 capacity is not the classroom recommendation. Keep ports private; use SSH forwarding. The simple app does not implement a connection pool or real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investigator, operator, scribe/reviewer. Use the shared report template. Empty output, missing permissions and unknown states are not proof of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module1/exercises/01-access-users.md</a:t>
            </a:r>
          </a:p>
          <a:p>
            <a:r>
              <a:t>Duration: 40</a:t>
            </a:r>
          </a:p>
          <a:p/>
          <a:p>
            <a:r>
              <a:t>Generate your own SSH key</a:t>
            </a:r>
          </a:p>
          <a:p>
            <a:r>
              <a:t>Open the instructor session</a:t>
            </a:r>
          </a:p>
          <a:p>
            <a:r>
              <a:t>Create the learner and team</a:t>
            </a:r>
          </a:p>
          <a:p>
            <a:r>
              <a:t>Install the public key</a:t>
            </a:r>
          </a:p>
          <a:p>
            <a:r>
              <a:t>Connect with your own account</a:t>
            </a:r>
          </a:p>
          <a:p>
            <a:r>
              <a:t>Create private evidence and confirm access</a:t>
            </a:r>
          </a:p>
          <a:p>
            <a:r>
              <a:t>Perform the second-user check</a:t>
            </a:r>
          </a:p>
          <a:p>
            <a:r>
              <a:t>Transfer the method without copying</a:t>
            </a:r>
          </a:p>
          <a:p/>
          <a:p>
            <a:r>
              <a:t>INSTRUCTOR ANSWER: Use id -u to establish identity. A new login refreshes supplementary groups. Directory traversal requires execute permission; read permission alone is insufficient. chmod changes access, not capacity. Keep ~/.ssh owned by its account and never place a private key in the course repository.</a:t>
            </a:r>
          </a:p>
          <a:p/>
          <a:p>
            <a:r>
              <a:t>Deliverable: Identity baseline, permission evidence and a short access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module1/exercises/01-access-users.md</a:t>
            </a:r>
          </a:p>
          <a:p>
            <a:r>
              <a:t>Duration: 40</a:t>
            </a:r>
          </a:p>
          <a:p/>
          <a:p>
            <a:r>
              <a:t>Generate your own SSH key</a:t>
            </a:r>
          </a:p>
          <a:p>
            <a:r>
              <a:t>Open the instructor session</a:t>
            </a:r>
          </a:p>
          <a:p>
            <a:r>
              <a:t>Create the learner and team</a:t>
            </a:r>
          </a:p>
          <a:p>
            <a:r>
              <a:t>Install the public key</a:t>
            </a:r>
          </a:p>
          <a:p>
            <a:r>
              <a:t>Connect with your own account</a:t>
            </a:r>
          </a:p>
          <a:p>
            <a:r>
              <a:t>Create private evidence and confirm access</a:t>
            </a:r>
          </a:p>
          <a:p>
            <a:r>
              <a:t>Perform the second-user check</a:t>
            </a:r>
          </a:p>
          <a:p>
            <a:r>
              <a:t>Transfer the method without copying</a:t>
            </a:r>
          </a:p>
          <a:p/>
          <a:p>
            <a:r>
              <a:t>INSTRUCTOR ANSWER: Use id -u to establish identity. A new login refreshes supplementary groups. Directory traversal requires execute permission; read permission alone is insufficient. chmod changes access, not capacity. Keep ~/.ssh owned by its account and never place a private key in the course repository.</a:t>
            </a:r>
          </a:p>
          <a:p/>
          <a:p>
            <a:r>
              <a:t>Deliverable: Identity baseline, permission evidence and a short access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module1/exercises/01-access-users.md</a:t>
            </a:r>
          </a:p>
          <a:p>
            <a:r>
              <a:t>Duration: 40</a:t>
            </a:r>
          </a:p>
          <a:p/>
          <a:p>
            <a:r>
              <a:t>Generate your own SSH key</a:t>
            </a:r>
          </a:p>
          <a:p>
            <a:r>
              <a:t>Open the instructor session</a:t>
            </a:r>
          </a:p>
          <a:p>
            <a:r>
              <a:t>Create the learner and team</a:t>
            </a:r>
          </a:p>
          <a:p>
            <a:r>
              <a:t>Install the public key</a:t>
            </a:r>
          </a:p>
          <a:p>
            <a:r>
              <a:t>Connect with your own account</a:t>
            </a:r>
          </a:p>
          <a:p>
            <a:r>
              <a:t>Create private evidence and confirm access</a:t>
            </a:r>
          </a:p>
          <a:p>
            <a:r>
              <a:t>Perform the second-user check</a:t>
            </a:r>
          </a:p>
          <a:p>
            <a:r>
              <a:t>Transfer the method without copying</a:t>
            </a:r>
          </a:p>
          <a:p/>
          <a:p>
            <a:r>
              <a:t>INSTRUCTOR ANSWER: Use id -u to establish identity. A new login refreshes supplementary groups. Directory traversal requires execute permission; read permission alone is insufficient. chmod changes access, not capacity. Keep ~/.ssh owned by its account and never place a private key in the course repository.</a:t>
            </a:r>
          </a:p>
          <a:p/>
          <a:p>
            <a:r>
              <a:t>Deliverable: Identity baseline, permission evidence and a short access checklist.</a:t>
            </a:r>
          </a:p>
          <a:p/>
          <a:p>
            <a:r>
              <a:t>FULL WORKSHEET COMMANDS:</a:t>
            </a:r>
          </a:p>
          <a:p>
            <a:r>
              <a:t>ssh-keygen -t ed25519 -f "$HOME/.ssh/support_lab_ed25519"</a:t>
            </a:r>
          </a:p>
          <a:p>
            <a:r>
              <a:t>cat "$HOME/.ssh/support_lab_ed25519.pub"</a:t>
            </a:r>
          </a:p>
          <a:p/>
          <a:p>
            <a:r>
              <a:t>chmod 600 okada.pem</a:t>
            </a:r>
          </a:p>
          <a:p>
            <a:r>
              <a:t>ssh -i okada.pem ubuntu@47.131.221.162</a:t>
            </a:r>
          </a:p>
          <a:p>
            <a:r>
              <a:t>whoami</a:t>
            </a:r>
          </a:p>
          <a:p>
            <a:r>
              <a:t>id</a:t>
            </a:r>
          </a:p>
          <a:p>
            <a:r>
              <a:t>hostname</a:t>
            </a:r>
          </a:p>
          <a:p>
            <a:r>
              <a:t>date -u +%FT%TZ</a:t>
            </a:r>
          </a:p>
          <a:p/>
          <a:p>
            <a:r>
              <a:t>read -r -p 'Assigned learner name: ' learner</a:t>
            </a:r>
          </a:p>
          <a:p>
            <a:r>
              <a:t>read -r -p 'Assigned team group: ' team</a:t>
            </a:r>
          </a:p>
          <a:p>
            <a:r>
              <a:t>sudo adduser --disabled-password --gecos '' "$learner"</a:t>
            </a:r>
          </a:p>
          <a:p>
            <a:r>
              <a:t>sudo groupadd -f "$team"</a:t>
            </a:r>
          </a:p>
          <a:p>
            <a:r>
              <a:t>sudo usermod -aG "$team" "$learner"</a:t>
            </a:r>
          </a:p>
          <a:p>
            <a:r>
              <a:t>sudo chmod 750 "/home/$learner"</a:t>
            </a:r>
          </a:p>
          <a:p>
            <a:r>
              <a:t>sudo install -d -m 700 -o "$learner" -g "$learner" "/home/$learner/.ssh"</a:t>
            </a:r>
          </a:p>
          <a:p/>
          <a:p>
            <a:r>
              <a:t>read -r -p 'Learner PUBLIC key (one line): ' learner_public_key</a:t>
            </a:r>
          </a:p>
          <a:p>
            <a:r>
              <a:t>printf '%s\n' "$learner_public_key" | sudo tee "/home/$learner/.ssh/authorized_keys" &gt;/dev/null</a:t>
            </a:r>
          </a:p>
          <a:p>
            <a:r>
              <a:t>sudo chown "$learner:$learner" "/home/$learner/.ssh/authorized_keys"</a:t>
            </a:r>
          </a:p>
          <a:p>
            <a:r>
              <a:t>sudo chmod 600 "/home/$learner/.ssh/authorized_keys"</a:t>
            </a:r>
          </a:p>
          <a:p>
            <a:r>
              <a:t>sudo stat -c '%U %G %a %n' "/home/$learner/.ssh" "/home/$learner/.ssh/authorized_keys"</a:t>
            </a:r>
          </a:p>
          <a:p/>
          <a:p>
            <a:r>
              <a:t>read -r -p 'Your assigned learner account: ' learner</a:t>
            </a:r>
          </a:p>
          <a:p>
            <a:r>
              <a:t>ssh -i "$HOME/.ssh/support_lab_ed25519" "$learner@47.131.221.162"</a:t>
            </a:r>
          </a:p>
          <a:p>
            <a:r>
              <a:t>whoami</a:t>
            </a:r>
          </a:p>
          <a:p>
            <a:r>
              <a:t>id</a:t>
            </a:r>
          </a:p>
          <a:p>
            <a:r>
              <a:t>printf 'HOME=%s\n' "$HOME"</a:t>
            </a:r>
          </a:p>
          <a:p/>
          <a:p>
            <a:r>
              <a:t>mkdir -p ~/support-lab/evidence/m1-01</a:t>
            </a:r>
          </a:p>
          <a:p>
            <a:r>
              <a:t>umask 077</a:t>
            </a:r>
          </a:p>
          <a:p>
            <a:r>
              <a:t>printf 'private lab note\n' &gt; ~/support-lab/private.txt</a:t>
            </a:r>
          </a:p>
          <a:p>
            <a:r>
              <a:t>stat -c '%U %G %a %n' ~/support-lab/private.txt</a:t>
            </a:r>
          </a:p>
          <a:p>
            <a:r>
              <a:t>id &gt; ~/support-lab/evidence/m1-01/identity.txt</a:t>
            </a:r>
          </a:p>
          <a:p>
            <a:r>
              <a:t>date -u +%FT%TZ &gt;&gt; ~/support-lab/evidence/m1-01/identity.txt</a:t>
            </a:r>
          </a:p>
          <a:p/>
          <a:p>
            <a:r>
              <a:t>read -r -p 'A different learner account: ' other</a:t>
            </a:r>
          </a:p>
          <a:p>
            <a:r>
              <a:t>sudo -u "$other" cat "/home/$learner/support-lab/private.txt"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module1/exercises/01-access-users.md</a:t>
            </a:r>
          </a:p>
          <a:p>
            <a:r>
              <a:t>Duration: 40</a:t>
            </a:r>
          </a:p>
          <a:p/>
          <a:p>
            <a:r>
              <a:t>Generate your own SSH key</a:t>
            </a:r>
          </a:p>
          <a:p>
            <a:r>
              <a:t>Open the instructor session</a:t>
            </a:r>
          </a:p>
          <a:p>
            <a:r>
              <a:t>Create the learner and team</a:t>
            </a:r>
          </a:p>
          <a:p>
            <a:r>
              <a:t>Install the public key</a:t>
            </a:r>
          </a:p>
          <a:p>
            <a:r>
              <a:t>Connect with your own account</a:t>
            </a:r>
          </a:p>
          <a:p>
            <a:r>
              <a:t>Create private evidence and confirm access</a:t>
            </a:r>
          </a:p>
          <a:p>
            <a:r>
              <a:t>Perform the second-user check</a:t>
            </a:r>
          </a:p>
          <a:p>
            <a:r>
              <a:t>Transfer the method without copying</a:t>
            </a:r>
          </a:p>
          <a:p/>
          <a:p>
            <a:r>
              <a:t>INSTRUCTOR ANSWER: Use id -u to establish identity. A new login refreshes supplementary groups. Directory traversal requires execute permission; read permission alone is insufficient. chmod changes access, not capacity. Keep ~/.ssh owned by its account and never place a private key in the course repository.</a:t>
            </a:r>
          </a:p>
          <a:p/>
          <a:p>
            <a:r>
              <a:t>Deliverable: Identity baseline, permission evidence and a short access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module1/exercises/01-access-users.md</a:t>
            </a:r>
          </a:p>
          <a:p>
            <a:r>
              <a:t>Duration: 40</a:t>
            </a:r>
          </a:p>
          <a:p/>
          <a:p>
            <a:r>
              <a:t>Generate your own SSH key</a:t>
            </a:r>
          </a:p>
          <a:p>
            <a:r>
              <a:t>Open the instructor session</a:t>
            </a:r>
          </a:p>
          <a:p>
            <a:r>
              <a:t>Create the learner and team</a:t>
            </a:r>
          </a:p>
          <a:p>
            <a:r>
              <a:t>Install the public key</a:t>
            </a:r>
          </a:p>
          <a:p>
            <a:r>
              <a:t>Connect with your own account</a:t>
            </a:r>
          </a:p>
          <a:p>
            <a:r>
              <a:t>Create private evidence and confirm access</a:t>
            </a:r>
          </a:p>
          <a:p>
            <a:r>
              <a:t>Perform the second-user check</a:t>
            </a:r>
          </a:p>
          <a:p>
            <a:r>
              <a:t>Transfer the method without copying</a:t>
            </a:r>
          </a:p>
          <a:p/>
          <a:p>
            <a:r>
              <a:t>INSTRUCTOR ANSWER: Use id -u to establish identity. A new login refreshes supplementary groups. Directory traversal requires execute permission; read permission alone is insufficient. chmod changes access, not capacity. Keep ~/.ssh owned by its account and never place a private key in the course repository.</a:t>
            </a:r>
          </a:p>
          <a:p/>
          <a:p>
            <a:r>
              <a:t>Deliverable: Identity baseline, permission evidence and a short access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module1/exercises/02-files-packages.md</a:t>
            </a:r>
          </a:p>
          <a:p>
            <a:r>
              <a:t>Duration: 60</a:t>
            </a:r>
          </a:p>
          <a:p/>
          <a:p>
            <a:r>
              <a:t>Create and navigate your workspace</a:t>
            </a:r>
          </a:p>
          <a:p>
            <a:r>
              <a:t>Create, copy and rename a file</a:t>
            </a:r>
          </a:p>
          <a:p>
            <a:r>
              <a:t>Inspect packages and command lookup</a:t>
            </a:r>
          </a:p>
          <a:p>
            <a:r>
              <a:t>Check the tools as a learner</a:t>
            </a:r>
          </a:p>
          <a:p>
            <a:r>
              <a:t>Compress a copy and observe a broken link</a:t>
            </a:r>
          </a:p>
          <a:p>
            <a:r>
              <a:t>Transfer the method without copying</a:t>
            </a:r>
          </a:p>
          <a:p/>
          <a:p>
            <a:r>
              <a:t>INSTRUCTOR ANSWER: The shell performs redirection before sudo runs echo. Use a deliberately approved destination and sudo tee when needed. cd changes the current process environment. A symlink stores a path and does not keep its target alive. Use -- before filenames when the tool supports it.</a:t>
            </a:r>
          </a:p>
          <a:p/>
          <a:p>
            <a:r>
              <a:t>Deliverable: A directory tree, package verification table and safe file-handling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module1/exercises/02-files-packages.md</a:t>
            </a:r>
          </a:p>
          <a:p>
            <a:r>
              <a:t>Duration: 60</a:t>
            </a:r>
          </a:p>
          <a:p/>
          <a:p>
            <a:r>
              <a:t>Create and navigate your workspace</a:t>
            </a:r>
          </a:p>
          <a:p>
            <a:r>
              <a:t>Create, copy and rename a file</a:t>
            </a:r>
          </a:p>
          <a:p>
            <a:r>
              <a:t>Inspect packages and command lookup</a:t>
            </a:r>
          </a:p>
          <a:p>
            <a:r>
              <a:t>Check the tools as a learner</a:t>
            </a:r>
          </a:p>
          <a:p>
            <a:r>
              <a:t>Compress a copy and observe a broken link</a:t>
            </a:r>
          </a:p>
          <a:p>
            <a:r>
              <a:t>Transfer the method without copying</a:t>
            </a:r>
          </a:p>
          <a:p/>
          <a:p>
            <a:r>
              <a:t>INSTRUCTOR ANSWER: The shell performs redirection before sudo runs echo. Use a deliberately approved destination and sudo tee when needed. cd changes the current process environment. A symlink stores a path and does not keep its target alive. Use -- before filenames when the tool supports it.</a:t>
            </a:r>
          </a:p>
          <a:p/>
          <a:p>
            <a:r>
              <a:t>Deliverable: A directory tree, package verification table and safe file-handling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module1/exercises/02-files-packages.md</a:t>
            </a:r>
          </a:p>
          <a:p>
            <a:r>
              <a:t>Duration: 60</a:t>
            </a:r>
          </a:p>
          <a:p/>
          <a:p>
            <a:r>
              <a:t>Create and navigate your workspace</a:t>
            </a:r>
          </a:p>
          <a:p>
            <a:r>
              <a:t>Create, copy and rename a file</a:t>
            </a:r>
          </a:p>
          <a:p>
            <a:r>
              <a:t>Inspect packages and command lookup</a:t>
            </a:r>
          </a:p>
          <a:p>
            <a:r>
              <a:t>Check the tools as a learner</a:t>
            </a:r>
          </a:p>
          <a:p>
            <a:r>
              <a:t>Compress a copy and observe a broken link</a:t>
            </a:r>
          </a:p>
          <a:p>
            <a:r>
              <a:t>Transfer the method without copying</a:t>
            </a:r>
          </a:p>
          <a:p/>
          <a:p>
            <a:r>
              <a:t>INSTRUCTOR ANSWER: The shell performs redirection before sudo runs echo. Use a deliberately approved destination and sudo tee when needed. cd changes the current process environment. A symlink stores a path and does not keep its target alive. Use -- before filenames when the tool supports it.</a:t>
            </a:r>
          </a:p>
          <a:p/>
          <a:p>
            <a:r>
              <a:t>Deliverable: A directory tree, package verification table and safe file-handling notes.</a:t>
            </a:r>
          </a:p>
          <a:p/>
          <a:p>
            <a:r>
              <a:t>FULL WORKSHEET COMMANDS:</a:t>
            </a:r>
          </a:p>
          <a:p>
            <a:r>
              <a:t>mkdir -p ~/support-lab/files-practice/{incoming,work,archive}</a:t>
            </a:r>
          </a:p>
          <a:p>
            <a:r>
              <a:t>cd ~/support-lab/files-practice</a:t>
            </a:r>
          </a:p>
          <a:p>
            <a:r>
              <a:t>pwd</a:t>
            </a:r>
          </a:p>
          <a:p>
            <a:r>
              <a:t>ls -lah</a:t>
            </a:r>
          </a:p>
          <a:p>
            <a:r>
              <a:t>cd /var/log</a:t>
            </a:r>
          </a:p>
          <a:p>
            <a:r>
              <a:t>pwd</a:t>
            </a:r>
          </a:p>
          <a:p>
            <a:r>
              <a:t>cd -</a:t>
            </a:r>
          </a:p>
          <a:p/>
          <a:p>
            <a:r>
              <a:t>printf 'alpha\nbeta\n' &gt; 'incoming/status report.txt'</a:t>
            </a:r>
          </a:p>
          <a:p>
            <a:r>
              <a:t>cp -i -- 'incoming/status report.txt' work/</a:t>
            </a:r>
          </a:p>
          <a:p>
            <a:r>
              <a:t>mv -- 'work/status report.txt' work/status.txt</a:t>
            </a:r>
          </a:p>
          <a:p>
            <a:r>
              <a:t>head -n 1 work/status.txt</a:t>
            </a:r>
          </a:p>
          <a:p>
            <a:r>
              <a:t>ln -s status.txt work/latest</a:t>
            </a:r>
          </a:p>
          <a:p>
            <a:r>
              <a:t>ls -l work</a:t>
            </a:r>
          </a:p>
          <a:p>
            <a:r>
              <a:t>readlink work/latest</a:t>
            </a:r>
          </a:p>
          <a:p/>
          <a:p>
            <a:r>
              <a:t>sudo apt-get update</a:t>
            </a:r>
          </a:p>
          <a:p>
            <a:r>
              <a:t>apt-cache search '^lsof$'</a:t>
            </a:r>
          </a:p>
          <a:p>
            <a:r>
              <a:t>sudo apt-get install -y curl netcat-openbsd dnsutils lsof sysstat</a:t>
            </a:r>
          </a:p>
          <a:p>
            <a:r>
              <a:t>dpkg-query -S /usr/bin/lsof</a:t>
            </a:r>
          </a:p>
          <a:p/>
          <a:p>
            <a:r>
              <a:t>cd "$COURSE_ROOT"</a:t>
            </a:r>
          </a:p>
          <a:p>
            <a:r>
              <a:t>printf '%s\n' "$PATH"</a:t>
            </a:r>
          </a:p>
          <a:p>
            <a:r>
              <a:t>command -v curl nc dig lsof pidstat</a:t>
            </a:r>
          </a:p>
          <a:p>
            <a:r>
              <a:t>tar -tzf shared/fixtures/support-fixtures.tar.gz</a:t>
            </a:r>
          </a:p>
          <a:p>
            <a:r>
              <a:t>mkdir -p ~/support-lab/fixtures</a:t>
            </a:r>
          </a:p>
          <a:p>
            <a:r>
              <a:t>tar -xzf shared/fixtures/support-fixtures.tar.gz -C ~/support-lab/fixtures</a:t>
            </a:r>
          </a:p>
          <a:p/>
          <a:p>
            <a:r>
              <a:t>printf 'compress me\n' &gt; ~/support-lab/files-practice/work/compression.txt</a:t>
            </a:r>
          </a:p>
          <a:p>
            <a:r>
              <a:t>gzip -k ~/support-lab/files-practice/work/compression.txt</a:t>
            </a:r>
          </a:p>
          <a:p>
            <a:r>
              <a:t>gzip -dc ~/support-lab/files-practice/work/compression.txt.gz</a:t>
            </a:r>
          </a:p>
          <a:p>
            <a:r>
              <a:t>rm -i -- ~/support-lab/files-practice/work/status.txt</a:t>
            </a:r>
          </a:p>
          <a:p>
            <a:r>
              <a:t>ls -l ~/support-lab/files-practice/work/latest</a:t>
            </a:r>
          </a:p>
          <a:p>
            <a:r>
              <a:t>cat ~/support-lab/files-practice/work/latest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module1/exercises/02-files-packages.md</a:t>
            </a:r>
          </a:p>
          <a:p>
            <a:r>
              <a:t>Duration: 60</a:t>
            </a:r>
          </a:p>
          <a:p/>
          <a:p>
            <a:r>
              <a:t>Create and navigate your workspace</a:t>
            </a:r>
          </a:p>
          <a:p>
            <a:r>
              <a:t>Create, copy and rename a file</a:t>
            </a:r>
          </a:p>
          <a:p>
            <a:r>
              <a:t>Inspect packages and command lookup</a:t>
            </a:r>
          </a:p>
          <a:p>
            <a:r>
              <a:t>Check the tools as a learner</a:t>
            </a:r>
          </a:p>
          <a:p>
            <a:r>
              <a:t>Compress a copy and observe a broken link</a:t>
            </a:r>
          </a:p>
          <a:p>
            <a:r>
              <a:t>Transfer the method without copying</a:t>
            </a:r>
          </a:p>
          <a:p/>
          <a:p>
            <a:r>
              <a:t>INSTRUCTOR ANSWER: The shell performs redirection before sudo runs echo. Use a deliberately approved destination and sudo tee when needed. cd changes the current process environment. A symlink stores a path and does not keep its target alive. Use -- before filenames when the tool supports it.</a:t>
            </a:r>
          </a:p>
          <a:p/>
          <a:p>
            <a:r>
              <a:t>Deliverable: A directory tree, package verification table and safe file-handling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module1/exercises/02-files-packages.md</a:t>
            </a:r>
          </a:p>
          <a:p>
            <a:r>
              <a:t>Duration: 60</a:t>
            </a:r>
          </a:p>
          <a:p/>
          <a:p>
            <a:r>
              <a:t>Create and navigate your workspace</a:t>
            </a:r>
          </a:p>
          <a:p>
            <a:r>
              <a:t>Create, copy and rename a file</a:t>
            </a:r>
          </a:p>
          <a:p>
            <a:r>
              <a:t>Inspect packages and command lookup</a:t>
            </a:r>
          </a:p>
          <a:p>
            <a:r>
              <a:t>Check the tools as a learner</a:t>
            </a:r>
          </a:p>
          <a:p>
            <a:r>
              <a:t>Compress a copy and observe a broken link</a:t>
            </a:r>
          </a:p>
          <a:p>
            <a:r>
              <a:t>Transfer the method without copying</a:t>
            </a:r>
          </a:p>
          <a:p/>
          <a:p>
            <a:r>
              <a:t>INSTRUCTOR ANSWER: The shell performs redirection before sudo runs echo. Use a deliberately approved destination and sudo tee when needed. cd changes the current process environment. A symlink stores a path and does not keep its target alive. Use -- before filenames when the tool supports it.</a:t>
            </a:r>
          </a:p>
          <a:p/>
          <a:p>
            <a:r>
              <a:t>Deliverable: A directory tree, package verification table and safe file-handling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module1/exercises/03-storage.md</a:t>
            </a:r>
          </a:p>
          <a:p>
            <a:r>
              <a:t>Duration: 45</a:t>
            </a:r>
          </a:p>
          <a:p/>
          <a:p>
            <a:r>
              <a:t>Record the actual limiting layer</a:t>
            </a:r>
          </a:p>
          <a:p>
            <a:r>
              <a:t>Inspect privileged storage evidence</a:t>
            </a:r>
          </a:p>
          <a:p>
            <a:r>
              <a:t>Create the disposable partition lab</a:t>
            </a:r>
          </a:p>
          <a:p>
            <a:r>
              <a:t>Grow and compare capacity</a:t>
            </a:r>
          </a:p>
          <a:p>
            <a:r>
              <a:t>Observe quota allocation; compare additional storage symptoms</a:t>
            </a:r>
          </a:p>
          <a:p>
            <a:r>
              <a:t>Explain the real EBS sequence</a:t>
            </a:r>
          </a:p>
          <a:p>
            <a:r>
              <a:t>Choose the limiting layer independently</a:t>
            </a:r>
          </a:p>
          <a:p>
            <a:r>
              <a:t>Transfer the method without copying</a:t>
            </a:r>
          </a:p>
          <a:p/>
          <a:p>
            <a:r>
              <a:t>INSTRUCTOR ANSWER: Possible causes include deleted-open files, hidden data under mounts, inaccessible paths during du, reserved ext4 blocks, inode exhaustion, quotas, or permissions. Normal user creation does not create a per-user EBS disk. Show inode and quota evidence before diagnosing a cap. EBS growth requires appropriate AWS access and a snapshot; grow the partition only if present, then the matching filesystem.</a:t>
            </a:r>
          </a:p>
          <a:p/>
          <a:p>
            <a:r>
              <a:t>Deliverable: A storage decision tree and before/after capacity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module1/exercises/03-storage.md</a:t>
            </a:r>
          </a:p>
          <a:p>
            <a:r>
              <a:t>Duration: 45</a:t>
            </a:r>
          </a:p>
          <a:p/>
          <a:p>
            <a:r>
              <a:t>Record the actual limiting layer</a:t>
            </a:r>
          </a:p>
          <a:p>
            <a:r>
              <a:t>Inspect privileged storage evidence</a:t>
            </a:r>
          </a:p>
          <a:p>
            <a:r>
              <a:t>Create the disposable partition lab</a:t>
            </a:r>
          </a:p>
          <a:p>
            <a:r>
              <a:t>Grow and compare capacity</a:t>
            </a:r>
          </a:p>
          <a:p>
            <a:r>
              <a:t>Observe quota allocation; compare additional storage symptoms</a:t>
            </a:r>
          </a:p>
          <a:p>
            <a:r>
              <a:t>Explain the real EBS sequence</a:t>
            </a:r>
          </a:p>
          <a:p>
            <a:r>
              <a:t>Choose the limiting layer independently</a:t>
            </a:r>
          </a:p>
          <a:p>
            <a:r>
              <a:t>Transfer the method without copying</a:t>
            </a:r>
          </a:p>
          <a:p/>
          <a:p>
            <a:r>
              <a:t>INSTRUCTOR ANSWER: Possible causes include deleted-open files, hidden data under mounts, inaccessible paths during du, reserved ext4 blocks, inode exhaustion, quotas, or permissions. Normal user creation does not create a per-user EBS disk. Show inode and quota evidence before diagnosing a cap. EBS growth requires appropriate AWS access and a snapshot; grow the partition only if present, then the matching filesystem.</a:t>
            </a:r>
          </a:p>
          <a:p/>
          <a:p>
            <a:r>
              <a:t>Deliverable: A storage decision tree and before/after capacity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module1/exercises/03-storage.md</a:t>
            </a:r>
          </a:p>
          <a:p>
            <a:r>
              <a:t>Duration: 45</a:t>
            </a:r>
          </a:p>
          <a:p/>
          <a:p>
            <a:r>
              <a:t>Record the actual limiting layer</a:t>
            </a:r>
          </a:p>
          <a:p>
            <a:r>
              <a:t>Inspect privileged storage evidence</a:t>
            </a:r>
          </a:p>
          <a:p>
            <a:r>
              <a:t>Create the disposable partition lab</a:t>
            </a:r>
          </a:p>
          <a:p>
            <a:r>
              <a:t>Grow and compare capacity</a:t>
            </a:r>
          </a:p>
          <a:p>
            <a:r>
              <a:t>Observe quota allocation; compare additional storage symptoms</a:t>
            </a:r>
          </a:p>
          <a:p>
            <a:r>
              <a:t>Explain the real EBS sequence</a:t>
            </a:r>
          </a:p>
          <a:p>
            <a:r>
              <a:t>Choose the limiting layer independently</a:t>
            </a:r>
          </a:p>
          <a:p>
            <a:r>
              <a:t>Transfer the method without copying</a:t>
            </a:r>
          </a:p>
          <a:p/>
          <a:p>
            <a:r>
              <a:t>INSTRUCTOR ANSWER: Possible causes include deleted-open files, hidden data under mounts, inaccessible paths during du, reserved ext4 blocks, inode exhaustion, quotas, or permissions. Normal user creation does not create a per-user EBS disk. Show inode and quota evidence before diagnosing a cap. EBS growth requires appropriate AWS access and a snapshot; grow the partition only if present, then the matching filesystem.</a:t>
            </a:r>
          </a:p>
          <a:p/>
          <a:p>
            <a:r>
              <a:t>Deliverable: A storage decision tree and before/after capacity evidence.</a:t>
            </a:r>
          </a:p>
          <a:p/>
          <a:p>
            <a:r>
              <a:t>FULL WORKSHEET COMMANDS:</a:t>
            </a:r>
          </a:p>
          <a:p>
            <a:r>
              <a:t>id</a:t>
            </a:r>
          </a:p>
          <a:p>
            <a:r>
              <a:t>lsblk -o NAME,SIZE,TYPE,FSTYPE,MOUNTPOINTS</a:t>
            </a:r>
          </a:p>
          <a:p>
            <a:r>
              <a:t>findmnt -T "$HOME"</a:t>
            </a:r>
          </a:p>
          <a:p>
            <a:r>
              <a:t>df -hT "$HOME"</a:t>
            </a:r>
          </a:p>
          <a:p>
            <a:r>
              <a:t>df -i "$HOME"</a:t>
            </a:r>
          </a:p>
          <a:p>
            <a:r>
              <a:t>quota -s</a:t>
            </a:r>
          </a:p>
          <a:p/>
          <a:p>
            <a:r>
              <a:t>sudo repquota -a</a:t>
            </a:r>
          </a:p>
          <a:p>
            <a:r>
              <a:t>sudo lsof +L1</a:t>
            </a:r>
          </a:p>
          <a:p/>
          <a:p>
            <a:r>
              <a:t>cd "$COURSE_ROOT"</a:t>
            </a:r>
          </a:p>
          <a:p>
            <a:r>
              <a:t>less shared/scripts/storage-lab.sh</a:t>
            </a:r>
          </a:p>
          <a:p>
            <a:r>
              <a:t>sudo shared/scripts/storage-lab.sh create</a:t>
            </a:r>
          </a:p>
          <a:p>
            <a:r>
              <a:t>sudo lsblk -o NAME,SIZE,TYPE,FSTYPE,MOUNTPOINTS</a:t>
            </a:r>
          </a:p>
          <a:p>
            <a:r>
              <a:t>sudo df -hT /var/lib/support-storage-lab/mount</a:t>
            </a:r>
          </a:p>
          <a:p/>
          <a:p>
            <a:r>
              <a:t>sudo shared/scripts/storage-lab.sh grow</a:t>
            </a:r>
          </a:p>
          <a:p>
            <a:r>
              <a:t>sudo lsblk -o NAME,SIZE,TYPE,FSTYPE,MOUNTPOINTS</a:t>
            </a:r>
          </a:p>
          <a:p>
            <a:r>
              <a:t>sudo df -hT /var/lib/support-storage-lab/mount</a:t>
            </a:r>
          </a:p>
          <a:p/>
          <a:p>
            <a:r>
              <a:t>sudo shared/scripts/storage-lab.sh cleanup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module1/exercises/03-storage.md</a:t>
            </a:r>
          </a:p>
          <a:p>
            <a:r>
              <a:t>Duration: 45</a:t>
            </a:r>
          </a:p>
          <a:p/>
          <a:p>
            <a:r>
              <a:t>Record the actual limiting layer</a:t>
            </a:r>
          </a:p>
          <a:p>
            <a:r>
              <a:t>Inspect privileged storage evidence</a:t>
            </a:r>
          </a:p>
          <a:p>
            <a:r>
              <a:t>Create the disposable partition lab</a:t>
            </a:r>
          </a:p>
          <a:p>
            <a:r>
              <a:t>Grow and compare capacity</a:t>
            </a:r>
          </a:p>
          <a:p>
            <a:r>
              <a:t>Observe quota allocation; compare additional storage symptoms</a:t>
            </a:r>
          </a:p>
          <a:p>
            <a:r>
              <a:t>Explain the real EBS sequence</a:t>
            </a:r>
          </a:p>
          <a:p>
            <a:r>
              <a:t>Choose the limiting layer independently</a:t>
            </a:r>
          </a:p>
          <a:p>
            <a:r>
              <a:t>Transfer the method without copying</a:t>
            </a:r>
          </a:p>
          <a:p/>
          <a:p>
            <a:r>
              <a:t>INSTRUCTOR ANSWER: Possible causes include deleted-open files, hidden data under mounts, inaccessible paths during du, reserved ext4 blocks, inode exhaustion, quotas, or permissions. Normal user creation does not create a per-user EBS disk. Show inode and quota evidence before diagnosing a cap. EBS growth requires appropriate AWS access and a snapshot; grow the partition only if present, then the matching filesystem.</a:t>
            </a:r>
          </a:p>
          <a:p/>
          <a:p>
            <a:r>
              <a:t>Deliverable: A storage decision tree and before/after capacity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module1/exercises/03-storage.md</a:t>
            </a:r>
          </a:p>
          <a:p>
            <a:r>
              <a:t>Duration: 45</a:t>
            </a:r>
          </a:p>
          <a:p/>
          <a:p>
            <a:r>
              <a:t>Record the actual limiting layer</a:t>
            </a:r>
          </a:p>
          <a:p>
            <a:r>
              <a:t>Inspect privileged storage evidence</a:t>
            </a:r>
          </a:p>
          <a:p>
            <a:r>
              <a:t>Create the disposable partition lab</a:t>
            </a:r>
          </a:p>
          <a:p>
            <a:r>
              <a:t>Grow and compare capacity</a:t>
            </a:r>
          </a:p>
          <a:p>
            <a:r>
              <a:t>Observe quota allocation; compare additional storage symptoms</a:t>
            </a:r>
          </a:p>
          <a:p>
            <a:r>
              <a:t>Explain the real EBS sequence</a:t>
            </a:r>
          </a:p>
          <a:p>
            <a:r>
              <a:t>Choose the limiting layer independently</a:t>
            </a:r>
          </a:p>
          <a:p>
            <a:r>
              <a:t>Transfer the method without copying</a:t>
            </a:r>
          </a:p>
          <a:p/>
          <a:p>
            <a:r>
              <a:t>INSTRUCTOR ANSWER: Possible causes include deleted-open files, hidden data under mounts, inaccessible paths during du, reserved ext4 blocks, inode exhaustion, quotas, or permissions. Normal user creation does not create a per-user EBS disk. Show inode and quota evidence before diagnosing a cap. EBS growth requires appropriate AWS access and a snapshot; grow the partition only if present, then the matching filesystem.</a:t>
            </a:r>
          </a:p>
          <a:p/>
          <a:p>
            <a:r>
              <a:t>Deliverable: A storage decision tree and before/after capacity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module1/exercises/04-command-investigations.md</a:t>
            </a:r>
          </a:p>
          <a:p>
            <a:r>
              <a:t>Duration: 75</a:t>
            </a:r>
          </a:p>
          <a:p/>
          <a:p>
            <a:r>
              <a:t>Inspect the evidence without editing it</a:t>
            </a:r>
          </a:p>
          <a:p>
            <a:r>
              <a:t>Compare a naive search with parsed status</a:t>
            </a:r>
          </a:p>
          <a:p>
            <a:r>
              <a:t>Extract and transform fields</a:t>
            </a:r>
          </a:p>
          <a:p>
            <a:r>
              <a:t>Handle unusual filenames safely</a:t>
            </a:r>
          </a:p>
          <a:p>
            <a:r>
              <a:t>Observe an expected nonzero pipeline result</a:t>
            </a:r>
          </a:p>
          <a:p>
            <a:r>
              <a:t>Build your first evidence script</a:t>
            </a:r>
          </a:p>
          <a:p>
            <a:r>
              <a:t>Inspect and execute your saved script</a:t>
            </a:r>
          </a:p>
          <a:p>
            <a:r>
              <a:t>Change the input, then choose your own check</a:t>
            </a:r>
          </a:p>
          <a:p>
            <a:r>
              <a:t>Transfer the method without copying</a:t>
            </a:r>
          </a:p>
          <a:p/>
          <a:p>
            <a:r>
              <a:t>INSTRUCTOR ANSWER: grep exits 1 for no matches, 2 for an error. uniq removes adjacent duplicates only. Basic cut is not a full CSV parser. A pipeline usually reports its last command status; pipefail changes this. Use NUL separators for arbitrary filenames. The fixture contains six valid requests, two 5xx errors, two slow requests at &gt;=1000 ms, and one malformed row.</a:t>
            </a:r>
          </a:p>
          <a:p/>
          <a:p>
            <a:r>
              <a:t>Deliverable: Pipelines, archive check and triage.sh with two-input test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module1/exercises/04-command-investigations.md</a:t>
            </a:r>
          </a:p>
          <a:p>
            <a:r>
              <a:t>Duration: 75</a:t>
            </a:r>
          </a:p>
          <a:p/>
          <a:p>
            <a:r>
              <a:t>Inspect the evidence without editing it</a:t>
            </a:r>
          </a:p>
          <a:p>
            <a:r>
              <a:t>Compare a naive search with parsed status</a:t>
            </a:r>
          </a:p>
          <a:p>
            <a:r>
              <a:t>Extract and transform fields</a:t>
            </a:r>
          </a:p>
          <a:p>
            <a:r>
              <a:t>Handle unusual filenames safely</a:t>
            </a:r>
          </a:p>
          <a:p>
            <a:r>
              <a:t>Observe an expected nonzero pipeline result</a:t>
            </a:r>
          </a:p>
          <a:p>
            <a:r>
              <a:t>Build your first evidence script</a:t>
            </a:r>
          </a:p>
          <a:p>
            <a:r>
              <a:t>Inspect and execute your saved script</a:t>
            </a:r>
          </a:p>
          <a:p>
            <a:r>
              <a:t>Change the input, then choose your own check</a:t>
            </a:r>
          </a:p>
          <a:p>
            <a:r>
              <a:t>Transfer the method without copying</a:t>
            </a:r>
          </a:p>
          <a:p/>
          <a:p>
            <a:r>
              <a:t>INSTRUCTOR ANSWER: grep exits 1 for no matches, 2 for an error. uniq removes adjacent duplicates only. Basic cut is not a full CSV parser. A pipeline usually reports its last command status; pipefail changes this. Use NUL separators for arbitrary filenames. The fixture contains six valid requests, two 5xx errors, two slow requests at &gt;=1000 ms, and one malformed row.</a:t>
            </a:r>
          </a:p>
          <a:p/>
          <a:p>
            <a:r>
              <a:t>Deliverable: Pipelines, archive check and triage.sh with two-input test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module1/exercises/04-command-investigations.md</a:t>
            </a:r>
          </a:p>
          <a:p>
            <a:r>
              <a:t>Duration: 75</a:t>
            </a:r>
          </a:p>
          <a:p/>
          <a:p>
            <a:r>
              <a:t>Inspect the evidence without editing it</a:t>
            </a:r>
          </a:p>
          <a:p>
            <a:r>
              <a:t>Compare a naive search with parsed status</a:t>
            </a:r>
          </a:p>
          <a:p>
            <a:r>
              <a:t>Extract and transform fields</a:t>
            </a:r>
          </a:p>
          <a:p>
            <a:r>
              <a:t>Handle unusual filenames safely</a:t>
            </a:r>
          </a:p>
          <a:p>
            <a:r>
              <a:t>Observe an expected nonzero pipeline result</a:t>
            </a:r>
          </a:p>
          <a:p>
            <a:r>
              <a:t>Build your first evidence script</a:t>
            </a:r>
          </a:p>
          <a:p>
            <a:r>
              <a:t>Inspect and execute your saved script</a:t>
            </a:r>
          </a:p>
          <a:p>
            <a:r>
              <a:t>Change the input, then choose your own check</a:t>
            </a:r>
          </a:p>
          <a:p>
            <a:r>
              <a:t>Transfer the method without copying</a:t>
            </a:r>
          </a:p>
          <a:p/>
          <a:p>
            <a:r>
              <a:t>INSTRUCTOR ANSWER: grep exits 1 for no matches, 2 for an error. uniq removes adjacent duplicates only. Basic cut is not a full CSV parser. A pipeline usually reports its last command status; pipefail changes this. Use NUL separators for arbitrary filenames. The fixture contains six valid requests, two 5xx errors, two slow requests at &gt;=1000 ms, and one malformed row.</a:t>
            </a:r>
          </a:p>
          <a:p/>
          <a:p>
            <a:r>
              <a:t>Deliverable: Pipelines, archive check and triage.sh with two-input test evidence.</a:t>
            </a:r>
          </a:p>
          <a:p/>
          <a:p>
            <a:r>
              <a:t>FULL WORKSHEET COMMANDS:</a:t>
            </a:r>
          </a:p>
          <a:p>
            <a:r>
              <a:t>cd ~/support-lab/fixtures</a:t>
            </a:r>
          </a:p>
          <a:p>
            <a:r>
              <a:t>less application.log</a:t>
            </a:r>
          </a:p>
          <a:p>
            <a:r>
              <a:t>head -n 4 application.log</a:t>
            </a:r>
          </a:p>
          <a:p>
            <a:r>
              <a:t>tail -n 4 application.log</a:t>
            </a:r>
          </a:p>
          <a:p>
            <a:r>
              <a:t>wc -l application.log</a:t>
            </a:r>
          </a:p>
          <a:p/>
          <a:p>
            <a:r>
              <a:t>grep -n ERROR application.log</a:t>
            </a:r>
          </a:p>
          <a:p>
            <a:r>
              <a:t>grep -n 'status=5[0-9][0-9]' application.log</a:t>
            </a:r>
          </a:p>
          <a:p>
            <a:r>
              <a:t>awk '{for(i=1;i&lt;=NF;i++) if($i ~ /^path=/) print $i}' application.log | sort | uniq -c | sort -nr</a:t>
            </a:r>
          </a:p>
          <a:p/>
          <a:p>
            <a:r>
              <a:t>tail -n +2 latency.csv | cut -d, -f2 | sort -n</a:t>
            </a:r>
          </a:p>
          <a:p>
            <a:r>
              <a:t>sed -n '2,6p' application.log</a:t>
            </a:r>
          </a:p>
          <a:p>
            <a:r>
              <a:t>printf 'seen\n' | tee ~/support-lab/evidence/m1-04/pipeline.txt</a:t>
            </a:r>
          </a:p>
          <a:p>
            <a:r>
              <a:t>date -u +%FT%TZ</a:t>
            </a:r>
          </a:p>
          <a:p/>
          <a:p>
            <a:r>
              <a:t>find filenames -type f -print0 | xargs -0 -r wc -c</a:t>
            </a:r>
          </a:p>
          <a:p>
            <a:r>
              <a:t>mkdir -p ~/support-lab/archive</a:t>
            </a:r>
          </a:p>
          <a:p>
            <a:r>
              <a:t>find filenames -type f -print0 | tar --null -T - -czf ~/support-lab/archive/selected.tar.gz</a:t>
            </a:r>
          </a:p>
          <a:p>
            <a:r>
              <a:t>verify_dir=$(mktemp -d "$HOME/support-lab/archive/verify-XXXXXX")</a:t>
            </a:r>
          </a:p>
          <a:p>
            <a:r>
              <a:t>tar -xzf ~/support-lab/archive/selected.tar.gz -C "$verify_dir"</a:t>
            </a:r>
          </a:p>
          <a:p>
            <a:r>
              <a:t>diff -r filenames "$verify_dir/filenames"</a:t>
            </a:r>
          </a:p>
          <a:p/>
          <a:p>
            <a:r>
              <a:t>previous_pipefail=$(set +o | grep pipefail)</a:t>
            </a:r>
          </a:p>
          <a:p>
            <a:r>
              <a:t>set -o pipefail</a:t>
            </a:r>
          </a:p>
          <a:p>
            <a:r>
              <a:t>grep 'NO_SUCH_REQUEST' application.log | wc -l</a:t>
            </a:r>
          </a:p>
          <a:p>
            <a:r>
              <a:t>pipeline_rc=$?</a:t>
            </a:r>
          </a:p>
          <a:p>
            <a:r>
              <a:t>printf 'pipeline_exit=%s\n' "$pipeline_rc"</a:t>
            </a:r>
          </a:p>
          <a:p>
            <a:r>
              <a:t>eval "$previous_pipefail"</a:t>
            </a:r>
          </a:p>
          <a:p/>
          <a:p>
            <a:r>
              <a:t>mkdir -p "$HOME/support-lab/bin"</a:t>
            </a:r>
          </a:p>
          <a:p>
            <a:r>
              <a:t>if [[ -e "$HOME/support-lab/bin/triage.sh" ]]; then</a:t>
            </a:r>
          </a:p>
          <a:p>
            <a:r>
              <a:t>    printf 'Keep existing triage.sh; inspect it before editing.\n'</a:t>
            </a:r>
          </a:p>
          <a:p>
            <a:r>
              <a:t>else</a:t>
            </a:r>
          </a:p>
          <a:p>
            <a:r>
              <a:t>    cat &gt; "$HOME/support-lab/bin/triage.sh" &lt;&lt;'SCRIPT'</a:t>
            </a:r>
          </a:p>
          <a:p>
            <a:r>
              <a:t>#!/usr/bin/env bash</a:t>
            </a:r>
          </a:p>
          <a:p>
            <a:r>
              <a:t>set -u</a:t>
            </a:r>
          </a:p>
          <a:p>
            <a:r>
              <a:t>service=${1:-support-tomcat}</a:t>
            </a:r>
          </a:p>
          <a:p>
            <a:r>
              <a:t>printf 'UTC=%s service=%s\n' "$(date -u +%FT%TZ)" "$service"</a:t>
            </a:r>
          </a:p>
          <a:p>
            <a:r>
              <a:t>df -h "$HOME"</a:t>
            </a:r>
          </a:p>
          <a:p>
            <a:r>
              <a:t>systemctl is-active "$service"</a:t>
            </a:r>
          </a:p>
          <a:p>
            <a:r>
              <a:t>service_rc=$?</a:t>
            </a:r>
          </a:p>
          <a:p>
            <a:r>
              <a:t>printf 'service_exit=%s\n' "$service_rc"</a:t>
            </a:r>
          </a:p>
          <a:p>
            <a:r>
              <a:t>SCRIPT</a:t>
            </a:r>
          </a:p>
          <a:p>
            <a:r>
              <a:t>fi</a:t>
            </a:r>
          </a:p>
          <a:p>
            <a:r>
              <a:t>bash -n "$HOME/support-lab/bin/triage.sh" &amp;&amp; chmod 750 "$HOME/support-lab/bin/triage.sh"</a:t>
            </a:r>
          </a:p>
          <a:p>
            <a:r>
              <a:t>"$HOME/support-lab/bin/triage.sh" &gt; "$HOME/support-lab/evidence/m1-04/first-script.txt"</a:t>
            </a:r>
          </a:p>
          <a:p>
            <a:r>
              <a:t>cat "$HOME/support-lab/evidence/m1-04/first-script.txt"</a:t>
            </a:r>
          </a:p>
          <a:p/>
          <a:p>
            <a:r>
              <a:t>cat "$HOME/support-lab/bin/triage.sh"</a:t>
            </a:r>
          </a:p>
          <a:p>
            <a:r>
              <a:t>if bash -n "$HOME/support-lab/bin/triage.sh"; then</a:t>
            </a:r>
          </a:p>
          <a:p>
            <a:r>
              <a:t>    cd "$HOME"</a:t>
            </a:r>
          </a:p>
          <a:p>
            <a:r>
              <a:t>    ./support-lab/bin/triage.sh support-tomcat</a:t>
            </a:r>
          </a:p>
          <a:p>
            <a:r>
              <a:t>    printf 'collector_exit=%s\n' "$?"</a:t>
            </a:r>
          </a:p>
          <a:p>
            <a:r>
              <a:t>fi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module1/exercises/04-command-investigations.md</a:t>
            </a:r>
          </a:p>
          <a:p>
            <a:r>
              <a:t>Duration: 75</a:t>
            </a:r>
          </a:p>
          <a:p/>
          <a:p>
            <a:r>
              <a:t>Inspect the evidence without editing it</a:t>
            </a:r>
          </a:p>
          <a:p>
            <a:r>
              <a:t>Compare a naive search with parsed status</a:t>
            </a:r>
          </a:p>
          <a:p>
            <a:r>
              <a:t>Extract and transform fields</a:t>
            </a:r>
          </a:p>
          <a:p>
            <a:r>
              <a:t>Handle unusual filenames safely</a:t>
            </a:r>
          </a:p>
          <a:p>
            <a:r>
              <a:t>Observe an expected nonzero pipeline result</a:t>
            </a:r>
          </a:p>
          <a:p>
            <a:r>
              <a:t>Build your first evidence script</a:t>
            </a:r>
          </a:p>
          <a:p>
            <a:r>
              <a:t>Inspect and execute your saved script</a:t>
            </a:r>
          </a:p>
          <a:p>
            <a:r>
              <a:t>Change the input, then choose your own check</a:t>
            </a:r>
          </a:p>
          <a:p>
            <a:r>
              <a:t>Transfer the method without copying</a:t>
            </a:r>
          </a:p>
          <a:p/>
          <a:p>
            <a:r>
              <a:t>INSTRUCTOR ANSWER: grep exits 1 for no matches, 2 for an error. uniq removes adjacent duplicates only. Basic cut is not a full CSV parser. A pipeline usually reports its last command status; pipefail changes this. Use NUL separators for arbitrary filenames. The fixture contains six valid requests, two 5xx errors, two slow requests at &gt;=1000 ms, and one malformed row.</a:t>
            </a:r>
          </a:p>
          <a:p/>
          <a:p>
            <a:r>
              <a:t>Deliverable: Pipelines, archive check and triage.sh with two-input test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module1/exercises/04-command-investigations.md</a:t>
            </a:r>
          </a:p>
          <a:p>
            <a:r>
              <a:t>Duration: 75</a:t>
            </a:r>
          </a:p>
          <a:p/>
          <a:p>
            <a:r>
              <a:t>Inspect the evidence without editing it</a:t>
            </a:r>
          </a:p>
          <a:p>
            <a:r>
              <a:t>Compare a naive search with parsed status</a:t>
            </a:r>
          </a:p>
          <a:p>
            <a:r>
              <a:t>Extract and transform fields</a:t>
            </a:r>
          </a:p>
          <a:p>
            <a:r>
              <a:t>Handle unusual filenames safely</a:t>
            </a:r>
          </a:p>
          <a:p>
            <a:r>
              <a:t>Observe an expected nonzero pipeline result</a:t>
            </a:r>
          </a:p>
          <a:p>
            <a:r>
              <a:t>Build your first evidence script</a:t>
            </a:r>
          </a:p>
          <a:p>
            <a:r>
              <a:t>Inspect and execute your saved script</a:t>
            </a:r>
          </a:p>
          <a:p>
            <a:r>
              <a:t>Change the input, then choose your own check</a:t>
            </a:r>
          </a:p>
          <a:p>
            <a:r>
              <a:t>Transfer the method without copying</a:t>
            </a:r>
          </a:p>
          <a:p/>
          <a:p>
            <a:r>
              <a:t>INSTRUCTOR ANSWER: grep exits 1 for no matches, 2 for an error. uniq removes adjacent duplicates only. Basic cut is not a full CSV parser. A pipeline usually reports its last command status; pipefail changes this. Use NUL separators for arbitrary filenames. The fixture contains six valid requests, two 5xx errors, two slow requests at &gt;=1000 ms, and one malformed row.</a:t>
            </a:r>
          </a:p>
          <a:p/>
          <a:p>
            <a:r>
              <a:t>Deliverable: Pipelines, archive check and triage.sh with two-input test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module1/exercises/05-install-stack.md</a:t>
            </a:r>
          </a:p>
          <a:p>
            <a:r>
              <a:t>Duration: 50</a:t>
            </a:r>
          </a:p>
          <a:p/>
          <a:p>
            <a:r>
              <a:t>Inspect the setup stages</a:t>
            </a:r>
          </a:p>
          <a:p>
            <a:r>
              <a:t>Install the shared stack</a:t>
            </a:r>
          </a:p>
          <a:p>
            <a:r>
              <a:t>Repair a copied service configuration</a:t>
            </a:r>
          </a:p>
          <a:p>
            <a:r>
              <a:t>Inspect service identity and logs</a:t>
            </a:r>
          </a:p>
          <a:p>
            <a:r>
              <a:t>Verify readiness and business data</a:t>
            </a:r>
          </a:p>
          <a:p>
            <a:r>
              <a:t>Open a browser through SSH forwarding</a:t>
            </a:r>
          </a:p>
          <a:p>
            <a:r>
              <a:t>Transfer the method without copying</a:t>
            </a:r>
          </a:p>
          <a:p/>
          <a:p>
            <a:r>
              <a:t>INSTRUCTOR ANSWER: enable configures boot behavior; --now also starts. /live intentionally avoids the database. /health opens a connection and executes SELECT 1. Restart can destroy transient evidence and temporarily hide a fault. systemctl cat reveals drop-ins as well as the main unit.</a:t>
            </a:r>
          </a:p>
          <a:p/>
          <a:p>
            <a:r>
              <a:t>Deliverable: A component diagram and a healthy baseline evidence bundle.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module1/exercises/05-install-stack.md</a:t>
            </a:r>
          </a:p>
          <a:p>
            <a:r>
              <a:t>Duration: 50</a:t>
            </a:r>
          </a:p>
          <a:p/>
          <a:p>
            <a:r>
              <a:t>Inspect the setup stages</a:t>
            </a:r>
          </a:p>
          <a:p>
            <a:r>
              <a:t>Install the shared stack</a:t>
            </a:r>
          </a:p>
          <a:p>
            <a:r>
              <a:t>Repair a copied service configuration</a:t>
            </a:r>
          </a:p>
          <a:p>
            <a:r>
              <a:t>Inspect service identity and logs</a:t>
            </a:r>
          </a:p>
          <a:p>
            <a:r>
              <a:t>Verify readiness and business data</a:t>
            </a:r>
          </a:p>
          <a:p>
            <a:r>
              <a:t>Open a browser through SSH forwarding</a:t>
            </a:r>
          </a:p>
          <a:p>
            <a:r>
              <a:t>Transfer the method without copying</a:t>
            </a:r>
          </a:p>
          <a:p/>
          <a:p>
            <a:r>
              <a:t>INSTRUCTOR ANSWER: enable configures boot behavior; --now also starts. /live intentionally avoids the database. /health opens a connection and executes SELECT 1. Restart can destroy transient evidence and temporarily hide a fault. systemctl cat reveals drop-ins as well as the main unit.</a:t>
            </a:r>
          </a:p>
          <a:p/>
          <a:p>
            <a:r>
              <a:t>Deliverable: A component diagram and a healthy baseline evidence bundle.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module1/exercises/05-install-stack.md</a:t>
            </a:r>
          </a:p>
          <a:p>
            <a:r>
              <a:t>Duration: 50</a:t>
            </a:r>
          </a:p>
          <a:p/>
          <a:p>
            <a:r>
              <a:t>Inspect the setup stages</a:t>
            </a:r>
          </a:p>
          <a:p>
            <a:r>
              <a:t>Install the shared stack</a:t>
            </a:r>
          </a:p>
          <a:p>
            <a:r>
              <a:t>Repair a copied service configuration</a:t>
            </a:r>
          </a:p>
          <a:p>
            <a:r>
              <a:t>Inspect service identity and logs</a:t>
            </a:r>
          </a:p>
          <a:p>
            <a:r>
              <a:t>Verify readiness and business data</a:t>
            </a:r>
          </a:p>
          <a:p>
            <a:r>
              <a:t>Open a browser through SSH forwarding</a:t>
            </a:r>
          </a:p>
          <a:p>
            <a:r>
              <a:t>Transfer the method without copying</a:t>
            </a:r>
          </a:p>
          <a:p/>
          <a:p>
            <a:r>
              <a:t>INSTRUCTOR ANSWER: enable configures boot behavior; --now also starts. /live intentionally avoids the database. /health opens a connection and executes SELECT 1. Restart can destroy transient evidence and temporarily hide a fault. systemctl cat reveals drop-ins as well as the main unit.</a:t>
            </a:r>
          </a:p>
          <a:p/>
          <a:p>
            <a:r>
              <a:t>Deliverable: A component diagram and a healthy baseline evidence bundle.</a:t>
            </a:r>
          </a:p>
          <a:p/>
          <a:p>
            <a:r>
              <a:t>FULL WORKSHEET COMMANDS:</a:t>
            </a:r>
          </a:p>
          <a:p>
            <a:r>
              <a:t>cd "$COURSE_ROOT"</a:t>
            </a:r>
          </a:p>
          <a:p>
            <a:r>
              <a:t>less shared/scripts/setup-ubuntu.sh</a:t>
            </a:r>
          </a:p>
          <a:p>
            <a:r>
              <a:t>shared/scripts/preflight.sh</a:t>
            </a:r>
          </a:p>
          <a:p/>
          <a:p>
            <a:r>
              <a:t>sudo shared/scripts/setup-ubuntu.sh --training-host</a:t>
            </a:r>
          </a:p>
          <a:p>
            <a:r>
              <a:t>setup_rc=$?</a:t>
            </a:r>
          </a:p>
          <a:p>
            <a:r>
              <a:t>printf 'setup_exit=%s\n' "$setup_rc"</a:t>
            </a:r>
          </a:p>
          <a:p/>
          <a:p>
            <a:r>
              <a:t>practice_dir=$(mktemp -d "$HOME/support-lab/unit-practice-XXXXXX")</a:t>
            </a:r>
          </a:p>
          <a:p>
            <a:r>
              <a:t>cp "$COURSE_ROOT/shared/templates/service-practice.service" "$practice_dir/support-tomcat.service"</a:t>
            </a:r>
          </a:p>
          <a:p>
            <a:r>
              <a:t>systemctl cat support-tomcat</a:t>
            </a:r>
          </a:p>
          <a:p>
            <a:r>
              <a:t>nano "$practice_dir/support-tomcat.service"</a:t>
            </a:r>
          </a:p>
          <a:p>
            <a:r>
              <a:t>cat "$practice_dir/support-tomcat.service"</a:t>
            </a:r>
          </a:p>
          <a:p/>
          <a:p>
            <a:r>
              <a:t>systemctl cat support-tomcat</a:t>
            </a:r>
          </a:p>
          <a:p>
            <a:r>
              <a:t>systemctl status support-tomcat --no-pager</a:t>
            </a:r>
          </a:p>
          <a:p>
            <a:r>
              <a:t>journalctl -u support-tomcat --since '10 minutes ago' --utc --no-pager</a:t>
            </a:r>
          </a:p>
          <a:p>
            <a:r>
              <a:t>ss -lnt</a:t>
            </a:r>
          </a:p>
          <a:p/>
          <a:p>
            <a:r>
              <a:t>curl -i http://127.0.0.1:8080/loyalty/live</a:t>
            </a:r>
          </a:p>
          <a:p>
            <a:r>
              <a:t>curl -i http://127.0.0.1:8080/loyalty/health</a:t>
            </a:r>
          </a:p>
          <a:p>
            <a:r>
              <a:t>curl -i 'http://127.0.0.1:8080/loyalty/player?id=1'</a:t>
            </a:r>
          </a:p>
          <a:p>
            <a:r>
              <a:t>curl -i http://127.0.0.1:8080/loyalty/report</a:t>
            </a:r>
          </a:p>
          <a:p/>
          <a:p>
            <a:r>
              <a:t>read -r -p 'Assigned learner account: ' learner</a:t>
            </a:r>
          </a:p>
          <a:p>
            <a:r>
              <a:t>ssh -N -L 18080:127.0.0.1:8080 -i "$HOME/.ssh/support_lab_ed25519" "$learner@47.131.221.162"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module1/exercises/05-install-stack.md</a:t>
            </a:r>
          </a:p>
          <a:p>
            <a:r>
              <a:t>Duration: 50</a:t>
            </a:r>
          </a:p>
          <a:p/>
          <a:p>
            <a:r>
              <a:t>Inspect the setup stages</a:t>
            </a:r>
          </a:p>
          <a:p>
            <a:r>
              <a:t>Install the shared stack</a:t>
            </a:r>
          </a:p>
          <a:p>
            <a:r>
              <a:t>Repair a copied service configuration</a:t>
            </a:r>
          </a:p>
          <a:p>
            <a:r>
              <a:t>Inspect service identity and logs</a:t>
            </a:r>
          </a:p>
          <a:p>
            <a:r>
              <a:t>Verify readiness and business data</a:t>
            </a:r>
          </a:p>
          <a:p>
            <a:r>
              <a:t>Open a browser through SSH forwarding</a:t>
            </a:r>
          </a:p>
          <a:p>
            <a:r>
              <a:t>Transfer the method without copying</a:t>
            </a:r>
          </a:p>
          <a:p/>
          <a:p>
            <a:r>
              <a:t>INSTRUCTOR ANSWER: enable configures boot behavior; --now also starts. /live intentionally avoids the database. /health opens a connection and executes SELECT 1. Restart can destroy transient evidence and temporarily hide a fault. systemctl cat reveals drop-ins as well as the main unit.</a:t>
            </a:r>
          </a:p>
          <a:p/>
          <a:p>
            <a:r>
              <a:t>Deliverable: A component diagram and a healthy baseline evidence bundle.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module1/exercises/05-install-stack.md</a:t>
            </a:r>
          </a:p>
          <a:p>
            <a:r>
              <a:t>Duration: 50</a:t>
            </a:r>
          </a:p>
          <a:p/>
          <a:p>
            <a:r>
              <a:t>Inspect the setup stages</a:t>
            </a:r>
          </a:p>
          <a:p>
            <a:r>
              <a:t>Install the shared stack</a:t>
            </a:r>
          </a:p>
          <a:p>
            <a:r>
              <a:t>Repair a copied service configuration</a:t>
            </a:r>
          </a:p>
          <a:p>
            <a:r>
              <a:t>Inspect service identity and logs</a:t>
            </a:r>
          </a:p>
          <a:p>
            <a:r>
              <a:t>Verify readiness and business data</a:t>
            </a:r>
          </a:p>
          <a:p>
            <a:r>
              <a:t>Open a browser through SSH forwarding</a:t>
            </a:r>
          </a:p>
          <a:p>
            <a:r>
              <a:t>Transfer the method without copying</a:t>
            </a:r>
          </a:p>
          <a:p/>
          <a:p>
            <a:r>
              <a:t>INSTRUCTOR ANSWER: enable configures boot behavior; --now also starts. /live intentionally avoids the database. /health opens a connection and executes SELECT 1. Restart can destroy transient evidence and temporarily hide a fault. systemctl cat reveals drop-ins as well as the main unit.</a:t>
            </a:r>
          </a:p>
          <a:p/>
          <a:p>
            <a:r>
              <a:t>Deliverable: A component diagram and a healthy baseline evidence bundle.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module1/exercises/06-service-log-triage.md</a:t>
            </a:r>
          </a:p>
          <a:p>
            <a:r>
              <a:t>Duration: 35</a:t>
            </a:r>
          </a:p>
          <a:p/>
          <a:p>
            <a:r>
              <a:t>Capture the healthy baseline</a:t>
            </a:r>
          </a:p>
          <a:p>
            <a:r>
              <a:t>Introduce and observe a startup fault</a:t>
            </a:r>
          </a:p>
          <a:p>
            <a:r>
              <a:t>Locate the failing startup configuration</a:t>
            </a:r>
          </a:p>
          <a:p>
            <a:r>
              <a:t>Reset, then introduce a different failure</a:t>
            </a:r>
          </a:p>
          <a:p>
            <a:r>
              <a:t>Inspect runtime symptoms and file access</a:t>
            </a:r>
          </a:p>
          <a:p>
            <a:r>
              <a:t>Verify permissions, restore and retest</a:t>
            </a:r>
          </a:p>
          <a:p>
            <a:r>
              <a:t>Transfer the method without copying</a:t>
            </a:r>
          </a:p>
          <a:p/>
          <a:p>
            <a:r>
              <a:t>INSTRUCTOR ANSWER: The startup drop-in overrides ExecStart; inspect both unit and drop-in. The permissions fault leaves root owning a mode-600 config, so supportapp cannot read it. Correct access is root:supportapp mode 640. Repeated restarts cannot fix either cause. Preserve the failure evidence before using reset.</a:t>
            </a:r>
          </a:p>
          <a:p/>
          <a:p>
            <a:r>
              <a:t>Deliverable: A timeline with failing and recovered request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module1/exercises/06-service-log-triage.md</a:t>
            </a:r>
          </a:p>
          <a:p>
            <a:r>
              <a:t>Duration: 35</a:t>
            </a:r>
          </a:p>
          <a:p/>
          <a:p>
            <a:r>
              <a:t>Capture the healthy baseline</a:t>
            </a:r>
          </a:p>
          <a:p>
            <a:r>
              <a:t>Introduce and observe a startup fault</a:t>
            </a:r>
          </a:p>
          <a:p>
            <a:r>
              <a:t>Locate the failing startup configuration</a:t>
            </a:r>
          </a:p>
          <a:p>
            <a:r>
              <a:t>Reset, then introduce a different failure</a:t>
            </a:r>
          </a:p>
          <a:p>
            <a:r>
              <a:t>Inspect runtime symptoms and file access</a:t>
            </a:r>
          </a:p>
          <a:p>
            <a:r>
              <a:t>Verify permissions, restore and retest</a:t>
            </a:r>
          </a:p>
          <a:p>
            <a:r>
              <a:t>Transfer the method without copying</a:t>
            </a:r>
          </a:p>
          <a:p/>
          <a:p>
            <a:r>
              <a:t>INSTRUCTOR ANSWER: The startup drop-in overrides ExecStart; inspect both unit and drop-in. The permissions fault leaves root owning a mode-600 config, so supportapp cannot read it. Correct access is root:supportapp mode 640. Repeated restarts cannot fix either cause. Preserve the failure evidence before using reset.</a:t>
            </a:r>
          </a:p>
          <a:p/>
          <a:p>
            <a:r>
              <a:t>Deliverable: A timeline with failing and recovered request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module1/exercises/06-service-log-triage.md</a:t>
            </a:r>
          </a:p>
          <a:p>
            <a:r>
              <a:t>Duration: 35</a:t>
            </a:r>
          </a:p>
          <a:p/>
          <a:p>
            <a:r>
              <a:t>Capture the healthy baseline</a:t>
            </a:r>
          </a:p>
          <a:p>
            <a:r>
              <a:t>Introduce and observe a startup fault</a:t>
            </a:r>
          </a:p>
          <a:p>
            <a:r>
              <a:t>Locate the failing startup configuration</a:t>
            </a:r>
          </a:p>
          <a:p>
            <a:r>
              <a:t>Reset, then introduce a different failure</a:t>
            </a:r>
          </a:p>
          <a:p>
            <a:r>
              <a:t>Inspect runtime symptoms and file access</a:t>
            </a:r>
          </a:p>
          <a:p>
            <a:r>
              <a:t>Verify permissions, restore and retest</a:t>
            </a:r>
          </a:p>
          <a:p>
            <a:r>
              <a:t>Transfer the method without copying</a:t>
            </a:r>
          </a:p>
          <a:p/>
          <a:p>
            <a:r>
              <a:t>INSTRUCTOR ANSWER: The startup drop-in overrides ExecStart; inspect both unit and drop-in. The permissions fault leaves root owning a mode-600 config, so supportapp cannot read it. Correct access is root:supportapp mode 640. Repeated restarts cannot fix either cause. Preserve the failure evidence before using reset.</a:t>
            </a:r>
          </a:p>
          <a:p/>
          <a:p>
            <a:r>
              <a:t>Deliverable: A timeline with failing and recovered request IDs.</a:t>
            </a:r>
          </a:p>
          <a:p/>
          <a:p>
            <a:r>
              <a:t>FULL WORKSHEET COMMANDS:</a:t>
            </a:r>
          </a:p>
          <a:p>
            <a:r>
              <a:t>date -u +%FT%TZ</a:t>
            </a:r>
          </a:p>
          <a:p>
            <a:r>
              <a:t>curl -i http://127.0.0.1:8080/loyalty/health</a:t>
            </a:r>
          </a:p>
          <a:p/>
          <a:p>
            <a:r>
              <a:t>cd "$COURSE_ROOT"</a:t>
            </a:r>
          </a:p>
          <a:p>
            <a:r>
              <a:t>sudo shared/scripts/fault.sh startup</a:t>
            </a:r>
          </a:p>
          <a:p/>
          <a:p>
            <a:r>
              <a:t>systemctl status support-tomcat --no-pager</a:t>
            </a:r>
          </a:p>
          <a:p>
            <a:r>
              <a:t>systemctl cat support-tomcat</a:t>
            </a:r>
          </a:p>
          <a:p>
            <a:r>
              <a:t>journalctl -u support-tomcat -n 60 --utc --no-pager</a:t>
            </a:r>
          </a:p>
          <a:p/>
          <a:p>
            <a:r>
              <a:t>sudo shared/scripts/fault.sh reset</a:t>
            </a:r>
          </a:p>
          <a:p>
            <a:r>
              <a:t>curl --fail -i http://127.0.0.1:8080/loyalty/health &amp;&amp; sudo shared/scripts/fault.sh permissions</a:t>
            </a:r>
          </a:p>
          <a:p/>
          <a:p>
            <a:r>
              <a:t>curl -i http://127.0.0.1:8080/loyalty/health</a:t>
            </a:r>
          </a:p>
          <a:p>
            <a:r>
              <a:t>journalctl -u support-tomcat --since '5 minutes ago' --utc --no-pager</a:t>
            </a:r>
          </a:p>
          <a:p/>
          <a:p>
            <a:r>
              <a:t>sudo namei -l /etc/support-lab/app.properties</a:t>
            </a:r>
          </a:p>
          <a:p>
            <a:r>
              <a:t>sudo stat -c '%U %G %a %n' /etc/support-lab/app.properties</a:t>
            </a:r>
          </a:p>
          <a:p>
            <a:r>
              <a:t>sudo shared/scripts/fault.sh reset</a:t>
            </a:r>
          </a:p>
          <a:p>
            <a:r>
              <a:t>curl -i http://127.0.0.1:8080/loyalty/health</a:t>
            </a:r>
          </a:p>
          <a:p>
            <a:r>
              <a:t>curl -i 'http://127.0.0.1:8080/loyalty/player?id=1'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module1/exercises/06-service-log-triage.md</a:t>
            </a:r>
          </a:p>
          <a:p>
            <a:r>
              <a:t>Duration: 35</a:t>
            </a:r>
          </a:p>
          <a:p/>
          <a:p>
            <a:r>
              <a:t>Capture the healthy baseline</a:t>
            </a:r>
          </a:p>
          <a:p>
            <a:r>
              <a:t>Introduce and observe a startup fault</a:t>
            </a:r>
          </a:p>
          <a:p>
            <a:r>
              <a:t>Locate the failing startup configuration</a:t>
            </a:r>
          </a:p>
          <a:p>
            <a:r>
              <a:t>Reset, then introduce a different failure</a:t>
            </a:r>
          </a:p>
          <a:p>
            <a:r>
              <a:t>Inspect runtime symptoms and file access</a:t>
            </a:r>
          </a:p>
          <a:p>
            <a:r>
              <a:t>Verify permissions, restore and retest</a:t>
            </a:r>
          </a:p>
          <a:p>
            <a:r>
              <a:t>Transfer the method without copying</a:t>
            </a:r>
          </a:p>
          <a:p/>
          <a:p>
            <a:r>
              <a:t>INSTRUCTOR ANSWER: The startup drop-in overrides ExecStart; inspect both unit and drop-in. The permissions fault leaves root owning a mode-600 config, so supportapp cannot read it. Correct access is root:supportapp mode 640. Repeated restarts cannot fix either cause. Preserve the failure evidence before using reset.</a:t>
            </a:r>
          </a:p>
          <a:p/>
          <a:p>
            <a:r>
              <a:t>Deliverable: A timeline with failing and recovered request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module1/exercises/06-service-log-triage.md</a:t>
            </a:r>
          </a:p>
          <a:p>
            <a:r>
              <a:t>Duration: 35</a:t>
            </a:r>
          </a:p>
          <a:p/>
          <a:p>
            <a:r>
              <a:t>Capture the healthy baseline</a:t>
            </a:r>
          </a:p>
          <a:p>
            <a:r>
              <a:t>Introduce and observe a startup fault</a:t>
            </a:r>
          </a:p>
          <a:p>
            <a:r>
              <a:t>Locate the failing startup configuration</a:t>
            </a:r>
          </a:p>
          <a:p>
            <a:r>
              <a:t>Reset, then introduce a different failure</a:t>
            </a:r>
          </a:p>
          <a:p>
            <a:r>
              <a:t>Inspect runtime symptoms and file access</a:t>
            </a:r>
          </a:p>
          <a:p>
            <a:r>
              <a:t>Verify permissions, restore and retest</a:t>
            </a:r>
          </a:p>
          <a:p>
            <a:r>
              <a:t>Transfer the method without copying</a:t>
            </a:r>
          </a:p>
          <a:p/>
          <a:p>
            <a:r>
              <a:t>INSTRUCTOR ANSWER: The startup drop-in overrides ExecStart; inspect both unit and drop-in. The permissions fault leaves root owning a mode-600 config, so supportapp cannot read it. Correct access is root:supportapp mode 640. Repeated restarts cannot fix either cause. Preserve the failure evidence before using reset.</a:t>
            </a:r>
          </a:p>
          <a:p/>
          <a:p>
            <a:r>
              <a:t>Deliverable: A timeline with failing and recovered request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module1/exercises/07-resources-network.md</a:t>
            </a:r>
          </a:p>
          <a:p>
            <a:r>
              <a:t>Duration: 25</a:t>
            </a:r>
          </a:p>
          <a:p/>
          <a:p>
            <a:r>
              <a:t>Measure resources over an interval</a:t>
            </a:r>
          </a:p>
          <a:p>
            <a:r>
              <a:t>Observe bounded CPU and file handles</a:t>
            </a:r>
          </a:p>
          <a:p>
            <a:r>
              <a:t>Test network layers in order</a:t>
            </a:r>
          </a:p>
          <a:p>
            <a:r>
              <a:t>Compare TCP with authenticated readiness</a:t>
            </a:r>
          </a:p>
          <a:p>
            <a:r>
              <a:t>Analyze platform evidence</a:t>
            </a:r>
          </a:p>
          <a:p>
            <a:r>
              <a:t>Transfer the method without copying</a:t>
            </a:r>
          </a:p>
          <a:p/>
          <a:p>
            <a:r>
              <a:t>INSTRUCTOR ANSWER: ICMP can be blocked while TCP works. Inspect available memory, swap/OOM evidence and workload behavior. curl -k bypasses validation and does not repair certificates. A MySQL listener can accept TCP while rejecting credentials. Red Hat AVC evidence requires policy/path investigation; do not teach disabling SELinux as the fix.</a:t>
            </a:r>
          </a:p>
          <a:p/>
          <a:p>
            <a:r>
              <a:t>Deliverable: A layered connectivity table with evidence and remaining unknowns.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module1/exercises/07-resources-network.md</a:t>
            </a:r>
          </a:p>
          <a:p>
            <a:r>
              <a:t>Duration: 25</a:t>
            </a:r>
          </a:p>
          <a:p/>
          <a:p>
            <a:r>
              <a:t>Measure resources over an interval</a:t>
            </a:r>
          </a:p>
          <a:p>
            <a:r>
              <a:t>Observe bounded CPU and file handles</a:t>
            </a:r>
          </a:p>
          <a:p>
            <a:r>
              <a:t>Test network layers in order</a:t>
            </a:r>
          </a:p>
          <a:p>
            <a:r>
              <a:t>Compare TCP with authenticated readiness</a:t>
            </a:r>
          </a:p>
          <a:p>
            <a:r>
              <a:t>Analyze platform evidence</a:t>
            </a:r>
          </a:p>
          <a:p>
            <a:r>
              <a:t>Transfer the method without copying</a:t>
            </a:r>
          </a:p>
          <a:p/>
          <a:p>
            <a:r>
              <a:t>INSTRUCTOR ANSWER: ICMP can be blocked while TCP works. Inspect available memory, swap/OOM evidence and workload behavior. curl -k bypasses validation and does not repair certificates. A MySQL listener can accept TCP while rejecting credentials. Red Hat AVC evidence requires policy/path investigation; do not teach disabling SELinux as the fix.</a:t>
            </a:r>
          </a:p>
          <a:p/>
          <a:p>
            <a:r>
              <a:t>Deliverable: A layered connectivity table with evidence and remaining unknowns.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module1/exercises/07-resources-network.md</a:t>
            </a:r>
          </a:p>
          <a:p>
            <a:r>
              <a:t>Duration: 25</a:t>
            </a:r>
          </a:p>
          <a:p/>
          <a:p>
            <a:r>
              <a:t>Measure resources over an interval</a:t>
            </a:r>
          </a:p>
          <a:p>
            <a:r>
              <a:t>Observe bounded CPU and file handles</a:t>
            </a:r>
          </a:p>
          <a:p>
            <a:r>
              <a:t>Test network layers in order</a:t>
            </a:r>
          </a:p>
          <a:p>
            <a:r>
              <a:t>Compare TCP with authenticated readiness</a:t>
            </a:r>
          </a:p>
          <a:p>
            <a:r>
              <a:t>Analyze platform evidence</a:t>
            </a:r>
          </a:p>
          <a:p>
            <a:r>
              <a:t>Transfer the method without copying</a:t>
            </a:r>
          </a:p>
          <a:p/>
          <a:p>
            <a:r>
              <a:t>INSTRUCTOR ANSWER: ICMP can be blocked while TCP works. Inspect available memory, swap/OOM evidence and workload behavior. curl -k bypasses validation and does not repair certificates. A MySQL listener can accept TCP while rejecting credentials. Red Hat AVC evidence requires policy/path investigation; do not teach disabling SELinux as the fix.</a:t>
            </a:r>
          </a:p>
          <a:p/>
          <a:p>
            <a:r>
              <a:t>Deliverable: A layered connectivity table with evidence and remaining unknowns.</a:t>
            </a:r>
          </a:p>
          <a:p/>
          <a:p>
            <a:r>
              <a:t>FULL WORKSHEET COMMANDS:</a:t>
            </a:r>
          </a:p>
          <a:p>
            <a:r>
              <a:t>uptime</a:t>
            </a:r>
          </a:p>
          <a:p>
            <a:r>
              <a:t>free -h</a:t>
            </a:r>
          </a:p>
          <a:p>
            <a:r>
              <a:t>ps -eo pid,ppid,user,comm,pcpu,pmem --sort=-pcpu | head</a:t>
            </a:r>
          </a:p>
          <a:p>
            <a:r>
              <a:t>top -b -n 1 | head -n 20</a:t>
            </a:r>
          </a:p>
          <a:p>
            <a:r>
              <a:t>pidstat 1 3</a:t>
            </a:r>
          </a:p>
          <a:p/>
          <a:p>
            <a:r>
              <a:t>timeout 15s bash -c 'while :; do :; done' &amp;</a:t>
            </a:r>
          </a:p>
          <a:p>
            <a:r>
              <a:t>worker_pid=$!</a:t>
            </a:r>
          </a:p>
          <a:p>
            <a:r>
              <a:t>sudo lsof -p "$(systemctl show -p MainPID --value support-tomcat)" | head</a:t>
            </a:r>
          </a:p>
          <a:p>
            <a:r>
              <a:t>wait "$worker_pid"</a:t>
            </a:r>
          </a:p>
          <a:p>
            <a:r>
              <a:t>worker_rc=$?</a:t>
            </a:r>
          </a:p>
          <a:p>
            <a:r>
              <a:t>printf 'worker_exit=%s\n' "$worker_rc"</a:t>
            </a:r>
          </a:p>
          <a:p/>
          <a:p>
            <a:r>
              <a:t>getent hosts localhost</a:t>
            </a:r>
          </a:p>
          <a:p>
            <a:r>
              <a:t>dig localhost</a:t>
            </a:r>
          </a:p>
          <a:p>
            <a:r>
              <a:t>nslookup localhost</a:t>
            </a:r>
          </a:p>
          <a:p>
            <a:r>
              <a:t>ping -c 2 127.0.0.1</a:t>
            </a:r>
          </a:p>
          <a:p>
            <a:r>
              <a:t>traceroute -m 3 127.0.0.1</a:t>
            </a:r>
          </a:p>
          <a:p>
            <a:r>
              <a:t>ss -lnt</a:t>
            </a:r>
          </a:p>
          <a:p>
            <a:r>
              <a:t>nc -vz -w 2 127.0.0.1 3306</a:t>
            </a:r>
          </a:p>
          <a:p>
            <a:r>
              <a:t>curl --max-time 5 -i http://127.0.0.1:8080/loyalty/health</a:t>
            </a:r>
          </a:p>
          <a:p/>
          <a:p>
            <a:r>
              <a:t>sudo shared/scripts/fault.sh db-auth</a:t>
            </a:r>
          </a:p>
          <a:p>
            <a:r>
              <a:t>nc -vz -w 2 127.0.0.1 3306</a:t>
            </a:r>
          </a:p>
          <a:p>
            <a:r>
              <a:t>curl -i http://127.0.0.1:8080/loyalty/health</a:t>
            </a:r>
          </a:p>
          <a:p>
            <a:r>
              <a:t>sudo shared/scripts/fault.sh reset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module1/exercises/07-resources-network.md</a:t>
            </a:r>
          </a:p>
          <a:p>
            <a:r>
              <a:t>Duration: 25</a:t>
            </a:r>
          </a:p>
          <a:p/>
          <a:p>
            <a:r>
              <a:t>Measure resources over an interval</a:t>
            </a:r>
          </a:p>
          <a:p>
            <a:r>
              <a:t>Observe bounded CPU and file handles</a:t>
            </a:r>
          </a:p>
          <a:p>
            <a:r>
              <a:t>Test network layers in order</a:t>
            </a:r>
          </a:p>
          <a:p>
            <a:r>
              <a:t>Compare TCP with authenticated readiness</a:t>
            </a:r>
          </a:p>
          <a:p>
            <a:r>
              <a:t>Analyze platform evidence</a:t>
            </a:r>
          </a:p>
          <a:p>
            <a:r>
              <a:t>Transfer the method without copying</a:t>
            </a:r>
          </a:p>
          <a:p/>
          <a:p>
            <a:r>
              <a:t>INSTRUCTOR ANSWER: ICMP can be blocked while TCP works. Inspect available memory, swap/OOM evidence and workload behavior. curl -k bypasses validation and does not repair certificates. A MySQL listener can accept TCP while rejecting credentials. Red Hat AVC evidence requires policy/path investigation; do not teach disabling SELinux as the fix.</a:t>
            </a:r>
          </a:p>
          <a:p/>
          <a:p>
            <a:r>
              <a:t>Deliverable: A layered connectivity table with evidence and remaining unknowns.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module1/exercises/07-resources-network.md</a:t>
            </a:r>
          </a:p>
          <a:p>
            <a:r>
              <a:t>Duration: 25</a:t>
            </a:r>
          </a:p>
          <a:p/>
          <a:p>
            <a:r>
              <a:t>Measure resources over an interval</a:t>
            </a:r>
          </a:p>
          <a:p>
            <a:r>
              <a:t>Observe bounded CPU and file handles</a:t>
            </a:r>
          </a:p>
          <a:p>
            <a:r>
              <a:t>Test network layers in order</a:t>
            </a:r>
          </a:p>
          <a:p>
            <a:r>
              <a:t>Compare TCP with authenticated readiness</a:t>
            </a:r>
          </a:p>
          <a:p>
            <a:r>
              <a:t>Analyze platform evidence</a:t>
            </a:r>
          </a:p>
          <a:p>
            <a:r>
              <a:t>Transfer the method without copying</a:t>
            </a:r>
          </a:p>
          <a:p/>
          <a:p>
            <a:r>
              <a:t>INSTRUCTOR ANSWER: ICMP can be blocked while TCP works. Inspect available memory, swap/OOM evidence and workload behavior. curl -k bypasses validation and does not repair certificates. A MySQL listener can accept TCP while rejecting credentials. Red Hat AVC evidence requires policy/path investigation; do not teach disabling SELinux as the fix.</a:t>
            </a:r>
          </a:p>
          <a:p/>
          <a:p>
            <a:r>
              <a:t>Deliverable: A layered connectivity table with evidence and remaining unknowns.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module1/exercises/08-first-script-capstone.md</a:t>
            </a:r>
          </a:p>
          <a:p>
            <a:r>
              <a:t>Duration: 40</a:t>
            </a:r>
          </a:p>
          <a:p/>
          <a:p>
            <a:r>
              <a:t>Prepare your submission workspace</a:t>
            </a:r>
          </a:p>
          <a:p>
            <a:r>
              <a:t>Extend your existing evidence script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A partial bundle may contain a failed service-status check or a permission-denied log capture. Record those statuses instead of suppressing them. The interpreter in the shebang must exist; use Bash explicitly for Bash syntax. Grade reasoning and verified recovery above speed.</a:t>
            </a:r>
          </a:p>
          <a:p/>
          <a:p>
            <a:r>
              <a:t>Deliverable: Executable triage script, checklist, evidence bundle and incident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module1/exercises/08-first-script-capstone.md</a:t>
            </a:r>
          </a:p>
          <a:p>
            <a:r>
              <a:t>Duration: 40</a:t>
            </a:r>
          </a:p>
          <a:p/>
          <a:p>
            <a:r>
              <a:t>Prepare your submission workspace</a:t>
            </a:r>
          </a:p>
          <a:p>
            <a:r>
              <a:t>Extend your existing evidence script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A partial bundle may contain a failed service-status check or a permission-denied log capture. Record those statuses instead of suppressing them. The interpreter in the shebang must exist; use Bash explicitly for Bash syntax. Grade reasoning and verified recovery above speed.</a:t>
            </a:r>
          </a:p>
          <a:p/>
          <a:p>
            <a:r>
              <a:t>Deliverable: Executable triage script, checklist, evidence bundle and incident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module1/exercises/08-first-script-capstone.md</a:t>
            </a:r>
          </a:p>
          <a:p>
            <a:r>
              <a:t>Duration: 40</a:t>
            </a:r>
          </a:p>
          <a:p/>
          <a:p>
            <a:r>
              <a:t>Prepare your submission workspace</a:t>
            </a:r>
          </a:p>
          <a:p>
            <a:r>
              <a:t>Extend your existing evidence script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A partial bundle may contain a failed service-status check or a permission-denied log capture. Record those statuses instead of suppressing them. The interpreter in the shebang must exist; use Bash explicitly for Bash syntax. Grade reasoning and verified recovery above speed.</a:t>
            </a:r>
          </a:p>
          <a:p/>
          <a:p>
            <a:r>
              <a:t>Deliverable: Executable triage script, checklist, evidence bundle and incident report.</a:t>
            </a:r>
          </a:p>
          <a:p/>
          <a:p>
            <a:r>
              <a:t>FULL WORKSHEET COMMANDS:</a:t>
            </a:r>
          </a:p>
          <a:p>
            <a:r>
              <a:t>cp -i "$COURSE_ROOT/shared/templates/incident-report.md" "$HOME/support-lab/evidence/m1-08/incident.md"</a:t>
            </a:r>
          </a:p>
          <a:p>
            <a:r>
              <a:t>date -u +%FT%TZ</a:t>
            </a:r>
          </a:p>
          <a:p>
            <a:r>
              <a:t>nano "$HOME/support-lab/evidence/m1-08/incident.md"</a:t>
            </a:r>
          </a:p>
          <a:p/>
          <a:p>
            <a:r>
              <a:t>cp -p "$HOME/support-lab/bin/triage.sh" "$(mktemp "$HOME/support-lab/bin/triage-backup-XXXXXX")"</a:t>
            </a:r>
          </a:p>
          <a:p>
            <a:r>
              <a:t>nano "$HOME/support-lab/bin/triage.sh"</a:t>
            </a:r>
          </a:p>
          <a:p>
            <a:r>
              <a:t>bash -n "$HOME/support-lab/bin/triage.sh" &amp;&amp; "$HOME/support-lab/bin/triage.sh"</a:t>
            </a:r>
          </a:p>
          <a:p/>
          <a:p>
            <a:r>
              <a:t>cd "$COURSE_ROOT"</a:t>
            </a:r>
          </a:p>
          <a:p>
            <a:r>
              <a:t>shared/scripts/collect-evidence.sh "$HOME/support-lab/evidence/m1-08/bundles" '20 minutes ago'</a:t>
            </a:r>
          </a:p>
          <a:p>
            <a:r>
              <a:t>collector_rc=$?</a:t>
            </a:r>
          </a:p>
          <a:p>
            <a:r>
              <a:t>printf 'collector_exit=%s\n' "$collector_rc"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module1/exercises/08-first-script-capstone.md</a:t>
            </a:r>
          </a:p>
          <a:p>
            <a:r>
              <a:t>Duration: 40</a:t>
            </a:r>
          </a:p>
          <a:p/>
          <a:p>
            <a:r>
              <a:t>Prepare your submission workspace</a:t>
            </a:r>
          </a:p>
          <a:p>
            <a:r>
              <a:t>Extend your existing evidence script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A partial bundle may contain a failed service-status check or a permission-denied log capture. Record those statuses instead of suppressing them. The interpreter in the shebang must exist; use Bash explicitly for Bash syntax. Grade reasoning and verified recovery above speed.</a:t>
            </a:r>
          </a:p>
          <a:p/>
          <a:p>
            <a:r>
              <a:t>Deliverable: Executable triage script, checklist, evidence bundle and incident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module1/exercises/08-first-script-capstone.md</a:t>
            </a:r>
          </a:p>
          <a:p>
            <a:r>
              <a:t>Duration: 40</a:t>
            </a:r>
          </a:p>
          <a:p/>
          <a:p>
            <a:r>
              <a:t>Prepare your submission workspace</a:t>
            </a:r>
          </a:p>
          <a:p>
            <a:r>
              <a:t>Extend your existing evidence script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A partial bundle may contain a failed service-status check or a permission-denied log capture. Record those statuses instead of suppressing them. The interpreter in the shebang must exist; use Bash explicitly for Bash syntax. Grade reasoning and verified recovery above speed.</a:t>
            </a:r>
          </a:p>
          <a:p/>
          <a:p>
            <a:r>
              <a:t>Deliverable: Executable triage script, checklist, evidence bundle and incident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module1/exercises/09-command-challenge-bank.md</a:t>
            </a:r>
          </a:p>
          <a:p>
            <a:r>
              <a:t>Duration: Extension</a:t>
            </a:r>
          </a:p>
          <a:p/>
          <a:p>
            <a:r>
              <a:t>Create an isolated challenge workspace</a:t>
            </a:r>
          </a:p>
          <a:p>
            <a:r>
              <a:t>Prepare an answer notebook</a:t>
            </a:r>
          </a:p>
          <a:p>
            <a:r>
              <a:t>Solve and test counterexamples</a:t>
            </a:r>
          </a:p>
          <a:p>
            <a:r>
              <a:t>Review with another learner</a:t>
            </a:r>
          </a:p>
          <a:p/>
          <a:p>
            <a:r>
              <a:t>INSTRUCTOR ANSWER: Use tail -F for following a filename across rotation when appropriate. wc -l counts newline characters. Parse explicit status fields rather than unstructured words. See instructor command-answer key for all 18 explanations.</a:t>
            </a:r>
          </a:p>
          <a:p/>
          <a:p>
            <a:r>
              <a:t>Deliverable: A reviewed command notebook; extensions do not displace required class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module1/exercises/09-command-challenge-bank.md</a:t>
            </a:r>
          </a:p>
          <a:p>
            <a:r>
              <a:t>Duration: Extension</a:t>
            </a:r>
          </a:p>
          <a:p/>
          <a:p>
            <a:r>
              <a:t>Create an isolated challenge workspace</a:t>
            </a:r>
          </a:p>
          <a:p>
            <a:r>
              <a:t>Prepare an answer notebook</a:t>
            </a:r>
          </a:p>
          <a:p>
            <a:r>
              <a:t>Solve and test counterexamples</a:t>
            </a:r>
          </a:p>
          <a:p>
            <a:r>
              <a:t>Review with another learner</a:t>
            </a:r>
          </a:p>
          <a:p/>
          <a:p>
            <a:r>
              <a:t>INSTRUCTOR ANSWER: Use tail -F for following a filename across rotation when appropriate. wc -l counts newline characters. Parse explicit status fields rather than unstructured words. See instructor command-answer key for all 18 explanations.</a:t>
            </a:r>
          </a:p>
          <a:p/>
          <a:p>
            <a:r>
              <a:t>Deliverable: A reviewed command notebook; extensions do not displace required class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module1/exercises/09-command-challenge-bank.md</a:t>
            </a:r>
          </a:p>
          <a:p>
            <a:r>
              <a:t>Duration: Extension</a:t>
            </a:r>
          </a:p>
          <a:p/>
          <a:p>
            <a:r>
              <a:t>Create an isolated challenge workspace</a:t>
            </a:r>
          </a:p>
          <a:p>
            <a:r>
              <a:t>Prepare an answer notebook</a:t>
            </a:r>
          </a:p>
          <a:p>
            <a:r>
              <a:t>Solve and test counterexamples</a:t>
            </a:r>
          </a:p>
          <a:p>
            <a:r>
              <a:t>Review with another learner</a:t>
            </a:r>
          </a:p>
          <a:p/>
          <a:p>
            <a:r>
              <a:t>INSTRUCTOR ANSWER: Use tail -F for following a filename across rotation when appropriate. wc -l counts newline characters. Parse explicit status fields rather than unstructured words. See instructor command-answer key for all 18 explanations.</a:t>
            </a:r>
          </a:p>
          <a:p/>
          <a:p>
            <a:r>
              <a:t>Deliverable: A reviewed command notebook; extensions do not displace required class activities.</a:t>
            </a:r>
          </a:p>
          <a:p/>
          <a:p>
            <a:r>
              <a:t>FULL WORKSHEET COMMANDS:</a:t>
            </a:r>
          </a:p>
          <a:p>
            <a:r>
              <a:t>mkdir -p ~/support-lab/challenges</a:t>
            </a:r>
          </a:p>
          <a:p>
            <a:r>
              <a:t>challenge_dir=$(mktemp -d "$HOME/support-lab/challenges/commands-XXXXXX")</a:t>
            </a:r>
          </a:p>
          <a:p>
            <a:r>
              <a:t>cp -a "$COURSE_ROOT/shared/fixtures/." "$challenge_dir/"</a:t>
            </a:r>
          </a:p>
          <a:p>
            <a:r>
              <a:t>cd "$challenge_dir"</a:t>
            </a:r>
          </a:p>
          <a:p>
            <a:r>
              <a:t>pwd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module1/exercises/09-command-challenge-bank.md</a:t>
            </a:r>
          </a:p>
          <a:p>
            <a:r>
              <a:t>Duration: Extension</a:t>
            </a:r>
          </a:p>
          <a:p/>
          <a:p>
            <a:r>
              <a:t>Create an isolated challenge workspace</a:t>
            </a:r>
          </a:p>
          <a:p>
            <a:r>
              <a:t>Prepare an answer notebook</a:t>
            </a:r>
          </a:p>
          <a:p>
            <a:r>
              <a:t>Solve and test counterexamples</a:t>
            </a:r>
          </a:p>
          <a:p>
            <a:r>
              <a:t>Review with another learner</a:t>
            </a:r>
          </a:p>
          <a:p/>
          <a:p>
            <a:r>
              <a:t>INSTRUCTOR ANSWER: Use tail -F for following a filename across rotation when appropriate. wc -l counts newline characters. Parse explicit status fields rather than unstructured words. See instructor command-answer key for all 18 explanations.</a:t>
            </a:r>
          </a:p>
          <a:p/>
          <a:p>
            <a:r>
              <a:t>Deliverable: A reviewed command notebook; extensions do not displace required class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module1/exercises/09-command-challenge-bank.md</a:t>
            </a:r>
          </a:p>
          <a:p>
            <a:r>
              <a:t>Duration: Extension</a:t>
            </a:r>
          </a:p>
          <a:p/>
          <a:p>
            <a:r>
              <a:t>Create an isolated challenge workspace</a:t>
            </a:r>
          </a:p>
          <a:p>
            <a:r>
              <a:t>Prepare an answer notebook</a:t>
            </a:r>
          </a:p>
          <a:p>
            <a:r>
              <a:t>Solve and test counterexamples</a:t>
            </a:r>
          </a:p>
          <a:p>
            <a:r>
              <a:t>Review with another learner</a:t>
            </a:r>
          </a:p>
          <a:p/>
          <a:p>
            <a:r>
              <a:t>INSTRUCTOR ANSWER: Use tail -F for following a filename across rotation when appropriate. wc -l counts newline characters. Parse explicit status fields rather than unstructured words. See instructor command-answer key for all 18 explanations.</a:t>
            </a:r>
          </a:p>
          <a:p/>
          <a:p>
            <a:r>
              <a:t>Deliverable: A reviewed command notebook; extensions do not displace required class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AWS: extend an EBS filesystem: https://docs.aws.amazon.com/ebs/latest/userguide/recognize-expanded-volume-linux.html</a:t>
            </a:r>
          </a:p>
          <a:p>
            <a:r>
              <a:t>Apache Tomcat 10.1 setup: https://tomcat.apache.org/tomcat-10.1-doc/setup.html</a:t>
            </a:r>
          </a:p>
          <a:p>
            <a:r>
              <a:t>MySQL slow-query log: https://dev.mysql.com/doc/refman/8.4/en/slow-query-log.html</a:t>
            </a:r>
          </a:p>
          <a:p>
            <a:r>
              <a:t>Microsoft: install SQL Server on Ubuntu: https://learn.microsoft.com/en-us/sql/linux/quickstart-install-connect-ubuntu?view=sql-server-ver16</a:t>
            </a:r>
          </a:p>
          <a:p>
            <a:r>
              <a:t>Microsoft: active requests and permissions: https://learn.microsoft.com/en-us/sql/relational-databases/system-dynamic-management-views/sys-dm-exec-requests-transact-sql?view=sql-server-ver16</a:t>
            </a:r>
          </a:p>
          <a:p>
            <a:r>
              <a:t>GNU Bash reference: https://www.gnu.org/software/bash/manual/bash.html</a:t>
            </a:r>
          </a:p>
          <a:p>
            <a:r>
              <a:t>Red Hat: ext4 quotas: https://docs.redhat.com/en/documentation/red_hat_enterprise_linux/10/html/managing_file_systems/limiting-storage-space-usage-on-ext4-with-quotas</a:t>
            </a:r>
          </a:p>
          <a:p>
            <a:r>
              <a:t>Pass: 70/100 with required evidence, script/outline and recovery verification. See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THREE-DAY PRACTICAL TRAINING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789920" cy="201168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Linux fundamentals</a:t>
            </a:r>
          </a:p>
          <a:p>
            <a:pPr algn="l">
              <a:spcAft>
                <a:spcPts val="12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and incident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789920" cy="11887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One day • 390 instructional minutes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Investigate → explain → mitigate → verify → hand 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Today’s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0972800" cy="43891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40 min  |  Access, identity and user creation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60 min  |  Navigation, files and package installation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45 min  |  Allocate space and diagnose disk limits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75 min  |  Command investigations and first Bash script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50 min  |  Install and inspect the application stack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35 min  |  Service failures and application log diagnosis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25 min  |  Resource and network troubleshooting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40 min  |  Linux incident challenge with your evidence script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20 min  |  Checkpoints and recovery reserve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The lab system and its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383280" cy="17373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LEARNER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SSH + individual account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Team workspace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17373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APPLICATION HOST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Tomcat + MySQL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Loyalty training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920240"/>
            <a:ext cx="3383280" cy="17373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DATABASE LAB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SQL Server 2022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Query Store +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698480" cy="15087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Request IDs connect application evidence.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Synthetic packs cover replication, IIS, SELinux and pooled-app incidents.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Fault injection and storage administration are instructor-controlled.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How to work an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1  State impact and capture UTC time.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2  Preserve evidence before changing the system.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3  Test a hypothesis with a discriminating check.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4  Make one scoped change with a rollback.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5  Verify the affected business function and communicate.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40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Access, identity and user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You are the new support team. Establish individual identities before changing the shared loyalty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The SSH key authenticates a login; it does not make the login root.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user, primary group, supplementary groups and home-directory permissions are separate controls.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Use sudo only for the supervised administrative step; keep routine investigation unprivileged.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ACCESS, IDENTITY AND USER CREATION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Which identity can traverse this path?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File: rw-r----- (640)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Owner rw; group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Parents need search 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Check every parent directory before changing the file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ACCESS, IDENTITY AND USER CREATION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Generate your own SSH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ssh-keygen -t ed25519 -f "$HOME/.ssh/support_lab_ed25519"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cat "$HOME/.ssh/support_lab_ed25519.pub"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ACCESS, IDENTITY AND USER CREATION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Learner logs in using their own key and has a writable home.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Private file has mode 600; team membership appears after a new login.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a # character inside a command prove you are root?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Why might id in an old shell omit a newly granted group?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chmod 777 fix a missing filesystem quota?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ACCESS, IDENTITY AND USER CREATION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Identity baseline, permission evidence and a short access checklist.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60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Navigation, files and package 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 deployment arrives as an archive. Find the right directory, inspect it, copy it safely and install diagnostic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Absolute paths start at /; relative paths start at the current working directory.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Quote paths and distinguish copying a file from overwriting an existing destination.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apt is the Ubuntu package manager; dnf examples are Red Hat comparisons, not commands for this host.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NAVIGATION, FILES AND PACKAGE INSTALLATION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Create and navigate your workspace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Create, copy and rename a file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Inspect packages and command lookup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Check the tools as a learner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Compress a copy and observe a broken link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Transfer the method without copying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NAVIGATION, FILES AND PACKAGE INSTALLATION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Create and navigate your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~/support-lab/files-practice/{incoming,work,archive}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~/support-lab/files-practice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pwd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ls -lah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/var/log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pwd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NAVIGATION, FILES AND PACKAGE INSTALLATION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Student explains why the symlink breaks after its target is removed.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Commands are found through PATH; package installation is verified rather than assumed.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cd /var/log change another terminal’s working directory?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Why is sudo echo text &gt; /root/file different from echo text | sudo tee /root/file?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What happens when an unquoted variable contains spaces?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NAVIGATION, FILES AND PACKAGE INSTALLATION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directory tree, package verification table and safe file-handling notes.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45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Allocate space and diagnose disk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 learner reports “my EC2 user is capped.” Determine which layer is limiting writes before selecting a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EBS volume → partition → filesystem → directory/account; growing one layer does not automatically grow all layers.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Compare byte capacity, inode capacity, quotas, permissions and deleted-open files.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The observed host already has an expanded root filesystem; reproduce growth on a disposable disk.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ALLOCATE SPACE AND DIAGNOSE DISK LIMITS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Locate the storage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Volume / loop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Partition → filesystem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Quota / inodes /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A larger device does not automatically enlarge its filesystem.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ALLOCATE SPACE AND DIAGNOSE DISK LIMITS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Record the actual limiting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id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lsblk -o NAME,SIZE,TYPE,FSTYPE,MOUNTPOINTS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findmnt -T "$HOME"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df -hT "$HOME"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df -i "$HOME"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quota -s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ALLOCATE SPACE AND DIAGNOSE DISK LIMITS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Student identifies the limiting layer from evidence, not the wording of the complaint.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Disposable filesystem grows and can be cleaned up; root partition is untouched.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df says full but du is small: name three explanations.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Will adding a user allocate a new partition?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Why can root sometimes write when an ordinary user cannot, even without quotas?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ALLOCATE SPACE AND DIAGNOSE DISK LIMITS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storage decision tree and before/after capacity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75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Command investigations and first Bash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Operations received mixed logs and filenames. Produce accurate incident counts without losing records or matching misleading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grep selects lines; awk interprets fields; sed transforms text; each has different quoting rules.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Sort before uniq, choose numeric sorting for numbers and preserve filenames with NUL separators.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Counts require a clear unit: lines, requests, users and incidents are not interchangeable.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Create and execute a small Bash evidence collector before the incident challenge.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COMMAND INVESTIGATIONS AND FIRST BASH SCRIPT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Inspect the evidence without editing it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Compare a naive search with parsed status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Extract and transform fields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Handle unusual filenames safely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Observe an expected nonzero pipeline result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Build your first evidence script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COMMAND INVESTIGATIONS AND FIRST BASH SCRIPT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Inspect and execute your saved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cat "$HOME/support-lab/bin/triage.sh"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if bash -n "$HOME/support-lab/bin/triage.sh"; then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    cd "$HOME"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    ./support-lab/bin/triage.sh support-tomcat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    printf 'collector_exit=%s\n' "$?"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COMMAND INVESTIGATIONS AND FIRST BASH SCRIPT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Counts match parsed fixture records; malformed rows are reported separately.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All unusual filenames survive the archive round trip.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Run triage.sh with two service arguments and explain the captured statuses.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grep returning 1 always mean an error?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Will uniq find nonadjacent duplicates?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cut reliably parse arbitrary CSV with quoted commas?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COMMAND INVESTIGATIONS AND FIRST BASH SCRIPT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Pipelines, archive check and triage.sh with two-input test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50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Install and inspect the application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Deploy the loyalty application, establish a healthy baseline and understand the service before introducing failures.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Java runtime, servlet container, database and application configuration are separate dependencies.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systemd unit configuration defines process identity, environment, startup and restart behavior.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live process is weaker evidence than an authenticated business request.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INSTALL AND INSPECT THE APPLICATION STACK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Inspect the setup stages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Install the shared stack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Repair a copied service configuration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Inspect service identity and logs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Verify readiness and business data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Open a browser through SSH forwarding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INSTALL AND INSPECT THE APPLICATION STACK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Repair a copied service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practice_dir=$(mktemp -d "$HOME/support-lab/unit-practice-XXXXXX")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cp "$COURSE_ROOT/shared/templates/service-practice.service" "$practice_dir/support-tomcat.service"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systemctl cat support-tomcat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nano "$practice_dir/support-tomcat.service"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cat "$practice_dir/support-tomcat.service"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INSTALL AND INSPECT THE APPLICATION STACK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Readiness returns 200 and player 1 returns synthetic data.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Student explains why Tomcat runs as supportapp and MySQL is not exposed publicly.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systemctl enable start a stopped service?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/live return 200 while the database password is wrong?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Why should you collect the journal before restart?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INSTALL AND INSPECT THE APPLICATION STACK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component diagram and a healthy baseline evidence bundle.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35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Service failures and application log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The application worked before a change. One team investigates a startup fault; another receives a permission fault after reset.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Capture unit state, exit status and journal before changing configuration.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Correlate an HTTP response request ID with its application log line.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Distinguish startup failure, runtime failure and failed dependency checks.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SERVICE FAILURES AND APPLICATION LOG DIAGNOSIS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Capture the healthy baseline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Introduce and observe a startup fault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Locate the failing startup configuration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Reset, then introduce a different failure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Inspect runtime symptoms and file access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Verify permissions, restore and retest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SERVICE FAILURES AND APPLICATION LOG DIAGNOSIS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Capture the healthy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date -u +%FT%TZ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curl -i http://127.0.0.1:8080/loyalty/health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SERVICE FAILURES AND APPLICATION LOG DIAGNOSIS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Evidence names the actual failed executable or unreadable file.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Recovery includes HTTP and business checks, not only active service status.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a restart policy repair a bad executable path?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a missing ERROR line prove the service started?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Why is chmod 777 an inappropriate application-config fix?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SERVICE FAILURES AND APPLICATION LOG DIAGNOSIS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timeline with failing and recovered request IDs.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25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Resource and network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Users report intermittent errors. Determine whether CPU, memory, DNS, TCP, TLS or database authentication evidence supports the complaint.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High load is not the same measurement as CPU utilization; memory available differs from free.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listening port and successful TCP connection do not prove database authentication.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Ubuntu firewall checks differ from Red Hat SELinux indicators; do not disable controls as a diagnostic shortcut.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RESOURCE AND NETWORK TROUBLESHOOTING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Measure resources over an interval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Observe bounded CPU and file handles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Test network layers in order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Compare TCP with authenticated readiness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Analyze platform evidence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Transfer the method without copying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RESOURCE AND NETWORK TROUBLESHOOTING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Measure resources over an 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uptime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free -h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ps -eo pid,ppid,user,comm,pcpu,pmem --sort=-pcpu | head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top -b -n 1 | head -n 20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pidstat 1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RESOURCE AND NETWORK TROUBLESHOOTING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Student differentiates TCP reachability from successful authenticated queries.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Diagnosis cites interval evidence and acknowledges ICMP/filtering limitations.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failed ping prove the host is down?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Is low free memory alone proof of memory pressure?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curl -k repair an expired certificate?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RESOURCE AND NETWORK TROUBLESHOOTING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layered connectivity table with evidence and remaining unknowns.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40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Linux incident challenge with your evidence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 deployment left the loyalty application unavailable. Your team has 25 minutes to identify the fault and deliver a reusable evidence collector.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Build a small script from understood commands, then test failure behavior.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Record command failures without losing the rest of the incident evidence.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recovery claim needs a customer-facing check and a clear incident summary.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LINUX INCIDENT CHALLENGE WITH YOUR EVIDENCE SCRIPT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Prepare your submission workspace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Extend your existing evidence script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Receive the incident and assign roles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Investigate within the time budget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Collect and inspect evidence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Propose one mitigation and define recovery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LINUX INCIDENT CHALLENGE WITH YOUR EVIDENCE SCRIPT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Prepare your submission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cp -i "$COURSE_ROOT/shared/templates/incident-report.md" "$HOME/support-lab/evidence/m1-08/incident.md"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date -u +%FT%TZ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nano "$HOME/support-lab/evidence/m1-08/incident.md"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LINUX INCIDENT CHALLENGE WITH YOUR EVIDENCE SCRIPT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Script runs without interactive input and records UTC timestamps.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Incident report includes evidence, probable cause, mitigation and recovery 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Why can an evidence collector legitimately exit nonzero and still produce a useful bundle?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chmod +x guarantee a script will run on every shell?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LINUX INCIDENT CHALLENGE WITH YOUR EVIDENCE SCRIPT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Executable triage script, checklist, evidence bundle and incident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Extension 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Advanced Linux command challenge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You must produce defensible answers from awkward input without changing source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Predict command behavior before running it.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Preserve evidence and explain assumptions about input format.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Robust pipelines handle empty input, malformed records and unusual filenames.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ADVANCED LINUX COMMAND CHALLENGE BANK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Create an isolated challenge workspace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Prepare an answer notebook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Solve and test counterexamples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Review with another learner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ADVANCED LINUX COMMAND CHALLENGE BANK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Create an isolated challenge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~/support-lab/challenges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challenge_dir=$(mktemp -d "$HOME/support-lab/challenges/commands-XXXXXX")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cp -a "$COURSE_ROOT/shared/fixtures/." "$challenge_dir/"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"$challenge_dir"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ADVANCED LINUX COMMAND CHALLENGE BANK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Each answer includes an explanation and a counterexample where appropriate.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No command mutates original evidence or uses blanket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Is line count always record count?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When does tail -f miss a replacement log file?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grep ERROR count HTTP failures accurately?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ADVANCED LINUX COMMAND CHALLENGE BANK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reviewed command notebook; extensions do not displace required class activities.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Reference shelf and completion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1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30175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Use shared/SOURCES.md for official technical references.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Submit scripts, evidence, interpretations and recovery checks.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Keep private keys and passwords out of submissions.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Complete the core labs before attempting extension challenges.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Evidence 25 • Diagnosis 25 • Recovery 20 • Automation 20 • Communication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