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with learner experience and expected outputs. The host is shared: only one team injects a fault at a time. The supplied PDF is the curriculum authority; Ubuntu is the live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390 minutes plus 60-minute lunch and two 15-minute breaks. Advanced challenge banks are extension work. Split blocks around breaks as needed; do not silently remove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shared/instructor/setup-and-delivery.md. Current EC2 capacity is not the classroom recommendation. Keep ports private; use SSH forwarding. The simple app does not implement a connection pool or real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investigator, operator, scribe/reviewer. Use the shared report template. Empty output, missing permissions and unknown states are not proof of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module3/exercises/01-bash.md</a:t>
            </a:r>
          </a:p>
          <a:p>
            <a:r>
              <a:t>Duration: 60</a:t>
            </a:r>
          </a:p>
          <a:p/>
          <a:p>
            <a:r>
              <a:t>Create a script you can edit</a:t>
            </a:r>
          </a:p>
          <a:p>
            <a:r>
              <a:t>Implement the check interface</a:t>
            </a:r>
          </a:p>
          <a:p>
            <a:r>
              <a:t>Check syntax before execution</a:t>
            </a:r>
          </a:p>
          <a:p>
            <a:r>
              <a:t>Test an expected failure without changing services</a:t>
            </a:r>
          </a:p>
          <a:p>
            <a:r>
              <a:t>Test your own validation and array behavior</a:t>
            </a:r>
          </a:p>
          <a:p>
            <a:r>
              <a:t>Compare with the reference implementation</a:t>
            </a:r>
          </a:p>
          <a:p>
            <a:r>
              <a:t>Transfer the method without copying</a:t>
            </a:r>
          </a:p>
          <a:p/>
          <a:p>
            <a:r>
              <a:t>INSTRUCTOR ANSWER: Capture the status immediately after the command. Explicit if command; then branches make expected failures clear. The reference health checker validates the disk threshold and reports each check instead of stopping at the first unhealthy service.</a:t>
            </a:r>
          </a:p>
          <a:p/>
          <a:p>
            <a:r>
              <a:t>Deliverable: A documented executable Bash health checker and test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module3/exercises/01-bash.md</a:t>
            </a:r>
          </a:p>
          <a:p>
            <a:r>
              <a:t>Duration: 60</a:t>
            </a:r>
          </a:p>
          <a:p/>
          <a:p>
            <a:r>
              <a:t>Create a script you can edit</a:t>
            </a:r>
          </a:p>
          <a:p>
            <a:r>
              <a:t>Implement the check interface</a:t>
            </a:r>
          </a:p>
          <a:p>
            <a:r>
              <a:t>Check syntax before execution</a:t>
            </a:r>
          </a:p>
          <a:p>
            <a:r>
              <a:t>Test an expected failure without changing services</a:t>
            </a:r>
          </a:p>
          <a:p>
            <a:r>
              <a:t>Test your own validation and array behavior</a:t>
            </a:r>
          </a:p>
          <a:p>
            <a:r>
              <a:t>Compare with the reference implementation</a:t>
            </a:r>
          </a:p>
          <a:p>
            <a:r>
              <a:t>Transfer the method without copying</a:t>
            </a:r>
          </a:p>
          <a:p/>
          <a:p>
            <a:r>
              <a:t>INSTRUCTOR ANSWER: Capture the status immediately after the command. Explicit if command; then branches make expected failures clear. The reference health checker validates the disk threshold and reports each check instead of stopping at the first unhealthy service.</a:t>
            </a:r>
          </a:p>
          <a:p/>
          <a:p>
            <a:r>
              <a:t>Deliverable: A documented executable Bash health checker and test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module3/exercises/01-bash.md</a:t>
            </a:r>
          </a:p>
          <a:p>
            <a:r>
              <a:t>Duration: 60</a:t>
            </a:r>
          </a:p>
          <a:p/>
          <a:p>
            <a:r>
              <a:t>Create a script you can edit</a:t>
            </a:r>
          </a:p>
          <a:p>
            <a:r>
              <a:t>Implement the check interface</a:t>
            </a:r>
          </a:p>
          <a:p>
            <a:r>
              <a:t>Check syntax before execution</a:t>
            </a:r>
          </a:p>
          <a:p>
            <a:r>
              <a:t>Test an expected failure without changing services</a:t>
            </a:r>
          </a:p>
          <a:p>
            <a:r>
              <a:t>Test your own validation and array behavior</a:t>
            </a:r>
          </a:p>
          <a:p>
            <a:r>
              <a:t>Compare with the reference implementation</a:t>
            </a:r>
          </a:p>
          <a:p>
            <a:r>
              <a:t>Transfer the method without copying</a:t>
            </a:r>
          </a:p>
          <a:p/>
          <a:p>
            <a:r>
              <a:t>INSTRUCTOR ANSWER: Capture the status immediately after the command. Explicit if command; then branches make expected failures clear. The reference health checker validates the disk threshold and reports each check instead of stopping at the first unhealthy service.</a:t>
            </a:r>
          </a:p>
          <a:p/>
          <a:p>
            <a:r>
              <a:t>Deliverable: A documented executable Bash health checker and test transcript.</a:t>
            </a:r>
          </a:p>
          <a:p/>
          <a:p>
            <a:r>
              <a:t>FULL WORKSHEET COMMANDS:</a:t>
            </a:r>
          </a:p>
          <a:p>
            <a:r>
              <a:t>mkdir -p ~/support-lab/bin</a:t>
            </a:r>
          </a:p>
          <a:p>
            <a:r>
              <a:t>cat "$HOME/support-lab/bin/triage.sh"</a:t>
            </a:r>
          </a:p>
          <a:p>
            <a:r>
              <a:t>if [[ ! -e "$HOME/support-lab/bin/my-health.sh" ]]; then</a:t>
            </a:r>
          </a:p>
          <a:p>
            <a:r>
              <a:t>    cp "$HOME/support-lab/bin/triage.sh" "$HOME/support-lab/bin/my-health.sh"</a:t>
            </a:r>
          </a:p>
          <a:p>
            <a:r>
              <a:t>fi</a:t>
            </a:r>
          </a:p>
          <a:p>
            <a:r>
              <a:t>nano "$HOME/support-lab/bin/my-health.sh"</a:t>
            </a:r>
          </a:p>
          <a:p/>
          <a:p>
            <a:r>
              <a:t>#!/usr/bin/env bash</a:t>
            </a:r>
          </a:p>
          <a:p>
            <a:r>
              <a:t>set -u</a:t>
            </a:r>
          </a:p>
          <a:p>
            <a:r>
              <a:t>if (( $# &gt; 2 )); then</a:t>
            </a:r>
          </a:p>
          <a:p>
            <a:r>
              <a:t>    printf 'Usage: %s [service [http(s)-url]]\n' "$0" &gt;&amp;2</a:t>
            </a:r>
          </a:p>
          <a:p>
            <a:r>
              <a:t>    exit 2</a:t>
            </a:r>
          </a:p>
          <a:p>
            <a:r>
              <a:t>fi</a:t>
            </a:r>
          </a:p>
          <a:p>
            <a:r>
              <a:t>service=${1-support-tomcat}</a:t>
            </a:r>
          </a:p>
          <a:p>
            <a:r>
              <a:t>url=${2-http://127.0.0.1:8080/loyalty/health}</a:t>
            </a:r>
          </a:p>
          <a:p>
            <a:r>
              <a:t>if [[ -z "$service" || "$service" == -* || "$service" == *[[:space:]]* ]]; then</a:t>
            </a:r>
          </a:p>
          <a:p>
            <a:r>
              <a:t>    printf 'Invalid service\n' &gt;&amp;2; exit 2</a:t>
            </a:r>
          </a:p>
          <a:p>
            <a:r>
              <a:t>fi</a:t>
            </a:r>
          </a:p>
          <a:p>
            <a:r>
              <a:t>case "$url" in</a:t>
            </a:r>
          </a:p>
          <a:p>
            <a:r>
              <a:t>    http://?*|https://?*) ;;</a:t>
            </a:r>
          </a:p>
          <a:p>
            <a:r>
              <a:t>    *) printf 'Invalid URL\n' &gt;&amp;2; exit 2 ;;</a:t>
            </a:r>
          </a:p>
          <a:p>
            <a:r>
              <a:t>esac</a:t>
            </a:r>
          </a:p>
          <a:p>
            <a:r>
              <a:t>failed=0</a:t>
            </a:r>
          </a:p>
          <a:p>
            <a:r>
              <a:t>log() { printf '%s %s\n' "$(date -u +%FT%TZ)" "$1"; }</a:t>
            </a:r>
          </a:p>
          <a:p>
            <a:r>
              <a:t>for tool in systemctl curl timeout date; do</a:t>
            </a:r>
          </a:p>
          <a:p>
            <a:r>
              <a:t>    command -v "$tool" &gt;/dev/null || exit 2</a:t>
            </a:r>
          </a:p>
          <a:p>
            <a:r>
              <a:t>done</a:t>
            </a:r>
          </a:p>
          <a:p>
            <a:r>
              <a:t>probe_args=(--fail --silent --show-error --max-time 5)</a:t>
            </a:r>
          </a:p>
          <a:p>
            <a:r>
              <a:t>if timeout 5 systemctl is-active --quiet "$service"; then</a:t>
            </a:r>
          </a:p>
          <a:p>
            <a:r>
              <a:t>    log 'service=OK'</a:t>
            </a:r>
          </a:p>
          <a:p>
            <a:r>
              <a:t>else</a:t>
            </a:r>
          </a:p>
          <a:p>
            <a:r>
              <a:t>    log 'service=FAIL'; failed=1</a:t>
            </a:r>
          </a:p>
          <a:p>
            <a:r>
              <a:t>fi</a:t>
            </a:r>
          </a:p>
          <a:p>
            <a:r>
              <a:t>if curl "${probe_args[@]}" "$url" &gt;/dev/null; then</a:t>
            </a:r>
          </a:p>
          <a:p>
            <a:r>
              <a:t>    log 'endpoint=OK'</a:t>
            </a:r>
          </a:p>
          <a:p>
            <a:r>
              <a:t>else</a:t>
            </a:r>
          </a:p>
          <a:p>
            <a:r>
              <a:t>    log 'endpoint=FAIL'; failed=1</a:t>
            </a:r>
          </a:p>
          <a:p>
            <a:r>
              <a:t>fi</a:t>
            </a:r>
          </a:p>
          <a:p>
            <a:r>
              <a:t>exit "$failed"</a:t>
            </a:r>
          </a:p>
          <a:p/>
          <a:p>
            <a:r>
              <a:t>bash -n ~/support-lab/bin/my-health.sh</a:t>
            </a:r>
          </a:p>
          <a:p>
            <a:r>
              <a:t>chmod 750 ~/support-lab/bin/my-health.sh</a:t>
            </a:r>
          </a:p>
          <a:p>
            <a:r>
              <a:t>~/support-lab/bin/my-health.sh</a:t>
            </a:r>
          </a:p>
          <a:p>
            <a:r>
              <a:t>script_rc=$?</a:t>
            </a:r>
          </a:p>
          <a:p>
            <a:r>
              <a:t>printf 'script_exit=%s\n' "$script_rc"</a:t>
            </a:r>
          </a:p>
          <a:p/>
          <a:p>
            <a:r>
              <a:t>~/support-lab/bin/my-health.sh support-tomcat http://127.0.0.1:1</a:t>
            </a:r>
          </a:p>
          <a:p>
            <a:r>
              <a:t>script_rc=$?</a:t>
            </a:r>
          </a:p>
          <a:p>
            <a:r>
              <a:t>printf 'script_exit=%s\n' "$script_rc"</a:t>
            </a:r>
          </a:p>
          <a:p/>
          <a:p>
            <a:r>
              <a:t>~/support-lab/bin/my-health.sh support-tomcat http://127.0.0.1:8080/loyalty/health extra</a:t>
            </a:r>
          </a:p>
          <a:p>
            <a:r>
              <a:t>printf 'extra_argument_exit=%s\n' "$?"</a:t>
            </a:r>
          </a:p>
          <a:p>
            <a:r>
              <a:t>~/support-lab/bin/my-health.sh support-tomcat file:///etc/passwd</a:t>
            </a:r>
          </a:p>
          <a:p>
            <a:r>
              <a:t>printf 'invalid_url_exit=%s\n' "$?"</a:t>
            </a:r>
          </a:p>
          <a:p>
            <a:r>
              <a:t>~/support-lab/bin/my-health.sh '' http://127.0.0.1:8080/loyalty/health</a:t>
            </a:r>
          </a:p>
          <a:p>
            <a:r>
              <a:t>printf 'empty_service_exit=%s\n' "$?"</a:t>
            </a:r>
          </a:p>
          <a:p/>
          <a:p>
            <a:r>
              <a:t>less "$COURSE_ROOT/shared/scripts/health-check.sh"</a:t>
            </a:r>
          </a:p>
          <a:p>
            <a:r>
              <a:t>DISK_LIMIT=invalid "$COURSE_ROOT/shared/scripts/health-check.sh"</a:t>
            </a:r>
          </a:p>
          <a:p>
            <a:r>
              <a:t>reference_rc=$?</a:t>
            </a:r>
          </a:p>
          <a:p>
            <a:r>
              <a:t>printf 'reference_exit=%s\n' "$reference_rc"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module3/exercises/01-bash.md</a:t>
            </a:r>
          </a:p>
          <a:p>
            <a:r>
              <a:t>Duration: 60</a:t>
            </a:r>
          </a:p>
          <a:p/>
          <a:p>
            <a:r>
              <a:t>Create a script you can edit</a:t>
            </a:r>
          </a:p>
          <a:p>
            <a:r>
              <a:t>Implement the check interface</a:t>
            </a:r>
          </a:p>
          <a:p>
            <a:r>
              <a:t>Check syntax before execution</a:t>
            </a:r>
          </a:p>
          <a:p>
            <a:r>
              <a:t>Test an expected failure without changing services</a:t>
            </a:r>
          </a:p>
          <a:p>
            <a:r>
              <a:t>Test your own validation and array behavior</a:t>
            </a:r>
          </a:p>
          <a:p>
            <a:r>
              <a:t>Compare with the reference implementation</a:t>
            </a:r>
          </a:p>
          <a:p>
            <a:r>
              <a:t>Transfer the method without copying</a:t>
            </a:r>
          </a:p>
          <a:p/>
          <a:p>
            <a:r>
              <a:t>INSTRUCTOR ANSWER: Capture the status immediately after the command. Explicit if command; then branches make expected failures clear. The reference health checker validates the disk threshold and reports each check instead of stopping at the first unhealthy service.</a:t>
            </a:r>
          </a:p>
          <a:p/>
          <a:p>
            <a:r>
              <a:t>Deliverable: A documented executable Bash health checker and test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module3/exercises/01-bash.md</a:t>
            </a:r>
          </a:p>
          <a:p>
            <a:r>
              <a:t>Duration: 60</a:t>
            </a:r>
          </a:p>
          <a:p/>
          <a:p>
            <a:r>
              <a:t>Create a script you can edit</a:t>
            </a:r>
          </a:p>
          <a:p>
            <a:r>
              <a:t>Implement the check interface</a:t>
            </a:r>
          </a:p>
          <a:p>
            <a:r>
              <a:t>Check syntax before execution</a:t>
            </a:r>
          </a:p>
          <a:p>
            <a:r>
              <a:t>Test an expected failure without changing services</a:t>
            </a:r>
          </a:p>
          <a:p>
            <a:r>
              <a:t>Test your own validation and array behavior</a:t>
            </a:r>
          </a:p>
          <a:p>
            <a:r>
              <a:t>Compare with the reference implementation</a:t>
            </a:r>
          </a:p>
          <a:p>
            <a:r>
              <a:t>Transfer the method without copying</a:t>
            </a:r>
          </a:p>
          <a:p/>
          <a:p>
            <a:r>
              <a:t>INSTRUCTOR ANSWER: Capture the status immediately after the command. Explicit if command; then branches make expected failures clear. The reference health checker validates the disk threshold and reports each check instead of stopping at the first unhealthy service.</a:t>
            </a:r>
          </a:p>
          <a:p/>
          <a:p>
            <a:r>
              <a:t>Deliverable: A documented executable Bash health checker and test transcript.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module3/exercises/02-evidence.md</a:t>
            </a:r>
          </a:p>
          <a:p>
            <a:r>
              <a:t>Duration: 55</a:t>
            </a:r>
          </a:p>
          <a:p/>
          <a:p>
            <a:r>
              <a:t>Collect a bounded evidence bundle</a:t>
            </a:r>
          </a:p>
          <a:p>
            <a:r>
              <a:t>Inspect the exact bundle</a:t>
            </a:r>
          </a:p>
          <a:p>
            <a:r>
              <a:t>Interpret missing permissions</a:t>
            </a:r>
          </a:p>
          <a:p>
            <a:r>
              <a:t>Inspect and exercise masking with synthetic input</a:t>
            </a:r>
          </a:p>
          <a:p>
            <a:r>
              <a:t>Write an evidence index</a:t>
            </a:r>
          </a:p>
          <a:p>
            <a:r>
              <a:t>Transfer the method without copying</a:t>
            </a:r>
          </a:p>
          <a:p/>
          <a:p>
            <a:r>
              <a:t>INSTRUCTOR ANSWER: mktemp adds uniqueness; umask 077 restricts access. Nonzero capture results set partial=1 while preserving the rest of the bundle. Do not collect unrestricted environment/process argument data. Structured sensitive values may need stronger, format-aware redaction.</a:t>
            </a:r>
          </a:p>
          <a:p/>
          <a:p>
            <a:r>
              <a:t>Deliverable: A reviewed evidence archive, manifest and evidence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module3/exercises/02-evidence.md</a:t>
            </a:r>
          </a:p>
          <a:p>
            <a:r>
              <a:t>Duration: 55</a:t>
            </a:r>
          </a:p>
          <a:p/>
          <a:p>
            <a:r>
              <a:t>Collect a bounded evidence bundle</a:t>
            </a:r>
          </a:p>
          <a:p>
            <a:r>
              <a:t>Inspect the exact bundle</a:t>
            </a:r>
          </a:p>
          <a:p>
            <a:r>
              <a:t>Interpret missing permissions</a:t>
            </a:r>
          </a:p>
          <a:p>
            <a:r>
              <a:t>Inspect and exercise masking with synthetic input</a:t>
            </a:r>
          </a:p>
          <a:p>
            <a:r>
              <a:t>Write an evidence index</a:t>
            </a:r>
          </a:p>
          <a:p>
            <a:r>
              <a:t>Transfer the method without copying</a:t>
            </a:r>
          </a:p>
          <a:p/>
          <a:p>
            <a:r>
              <a:t>INSTRUCTOR ANSWER: mktemp adds uniqueness; umask 077 restricts access. Nonzero capture results set partial=1 while preserving the rest of the bundle. Do not collect unrestricted environment/process argument data. Structured sensitive values may need stronger, format-aware redaction.</a:t>
            </a:r>
          </a:p>
          <a:p/>
          <a:p>
            <a:r>
              <a:t>Deliverable: A reviewed evidence archive, manifest and evidence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module3/exercises/02-evidence.md</a:t>
            </a:r>
          </a:p>
          <a:p>
            <a:r>
              <a:t>Duration: 55</a:t>
            </a:r>
          </a:p>
          <a:p/>
          <a:p>
            <a:r>
              <a:t>Collect a bounded evidence bundle</a:t>
            </a:r>
          </a:p>
          <a:p>
            <a:r>
              <a:t>Inspect the exact bundle</a:t>
            </a:r>
          </a:p>
          <a:p>
            <a:r>
              <a:t>Interpret missing permissions</a:t>
            </a:r>
          </a:p>
          <a:p>
            <a:r>
              <a:t>Inspect and exercise masking with synthetic input</a:t>
            </a:r>
          </a:p>
          <a:p>
            <a:r>
              <a:t>Write an evidence index</a:t>
            </a:r>
          </a:p>
          <a:p>
            <a:r>
              <a:t>Transfer the method without copying</a:t>
            </a:r>
          </a:p>
          <a:p/>
          <a:p>
            <a:r>
              <a:t>INSTRUCTOR ANSWER: mktemp adds uniqueness; umask 077 restricts access. Nonzero capture results set partial=1 while preserving the rest of the bundle. Do not collect unrestricted environment/process argument data. Structured sensitive values may need stronger, format-aware redaction.</a:t>
            </a:r>
          </a:p>
          <a:p/>
          <a:p>
            <a:r>
              <a:t>Deliverable: A reviewed evidence archive, manifest and evidence index.</a:t>
            </a:r>
          </a:p>
          <a:p/>
          <a:p>
            <a:r>
              <a:t>FULL WORKSHEET COMMANDS:</a:t>
            </a:r>
          </a:p>
          <a:p>
            <a:r>
              <a:t>cd "$COURSE_ROOT"</a:t>
            </a:r>
          </a:p>
          <a:p>
            <a:r>
              <a:t>shared/scripts/collect-evidence.sh "$HOME/support-lab/evidence/m3-02/bundles" '20 minutes ago'</a:t>
            </a:r>
          </a:p>
          <a:p>
            <a:r>
              <a:t>collector_rc=$?</a:t>
            </a:r>
          </a:p>
          <a:p>
            <a:r>
              <a:t>printf 'collector_exit=%s\n' "$collector_rc"</a:t>
            </a:r>
          </a:p>
          <a:p/>
          <a:p>
            <a:r>
              <a:t>read -r -p 'Printed archive path: ' bundle</a:t>
            </a:r>
          </a:p>
          <a:p>
            <a:r>
              <a:t>stat -c '%a %n' "$bundle"</a:t>
            </a:r>
          </a:p>
          <a:p>
            <a:r>
              <a:t>tar -tzf "$bundle"</a:t>
            </a:r>
          </a:p>
          <a:p>
            <a:r>
              <a:t>review_dir=$(mktemp -d "$HOME/support-lab/evidence/m3-02/review-XXXXXX")</a:t>
            </a:r>
          </a:p>
          <a:p>
            <a:r>
              <a:t>tar -xzf "$bundle" -C "$review_dir"</a:t>
            </a:r>
          </a:p>
          <a:p>
            <a:r>
              <a:t>find "$review_dir" -name manifest.tsv -exec cat {} \;</a:t>
            </a:r>
          </a:p>
          <a:p/>
          <a:p>
            <a:r>
              <a:t>printf 'password=synthetic-only token=dummy-token\n' | sed -E 's/((password|token|secret|authorization)[=:][[:space:]]*)[^[:space:]]+/\1[REDACTED]/Ig'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module3/exercises/02-evidence.md</a:t>
            </a:r>
          </a:p>
          <a:p>
            <a:r>
              <a:t>Duration: 55</a:t>
            </a:r>
          </a:p>
          <a:p/>
          <a:p>
            <a:r>
              <a:t>Collect a bounded evidence bundle</a:t>
            </a:r>
          </a:p>
          <a:p>
            <a:r>
              <a:t>Inspect the exact bundle</a:t>
            </a:r>
          </a:p>
          <a:p>
            <a:r>
              <a:t>Interpret missing permissions</a:t>
            </a:r>
          </a:p>
          <a:p>
            <a:r>
              <a:t>Inspect and exercise masking with synthetic input</a:t>
            </a:r>
          </a:p>
          <a:p>
            <a:r>
              <a:t>Write an evidence index</a:t>
            </a:r>
          </a:p>
          <a:p>
            <a:r>
              <a:t>Transfer the method without copying</a:t>
            </a:r>
          </a:p>
          <a:p/>
          <a:p>
            <a:r>
              <a:t>INSTRUCTOR ANSWER: mktemp adds uniqueness; umask 077 restricts access. Nonzero capture results set partial=1 while preserving the rest of the bundle. Do not collect unrestricted environment/process argument data. Structured sensitive values may need stronger, format-aware redaction.</a:t>
            </a:r>
          </a:p>
          <a:p/>
          <a:p>
            <a:r>
              <a:t>Deliverable: A reviewed evidence archive, manifest and evidence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module3/exercises/02-evidence.md</a:t>
            </a:r>
          </a:p>
          <a:p>
            <a:r>
              <a:t>Duration: 55</a:t>
            </a:r>
          </a:p>
          <a:p/>
          <a:p>
            <a:r>
              <a:t>Collect a bounded evidence bundle</a:t>
            </a:r>
          </a:p>
          <a:p>
            <a:r>
              <a:t>Inspect the exact bundle</a:t>
            </a:r>
          </a:p>
          <a:p>
            <a:r>
              <a:t>Interpret missing permissions</a:t>
            </a:r>
          </a:p>
          <a:p>
            <a:r>
              <a:t>Inspect and exercise masking with synthetic input</a:t>
            </a:r>
          </a:p>
          <a:p>
            <a:r>
              <a:t>Write an evidence index</a:t>
            </a:r>
          </a:p>
          <a:p>
            <a:r>
              <a:t>Transfer the method without copying</a:t>
            </a:r>
          </a:p>
          <a:p/>
          <a:p>
            <a:r>
              <a:t>INSTRUCTOR ANSWER: mktemp adds uniqueness; umask 077 restricts access. Nonzero capture results set partial=1 while preserving the rest of the bundle. Do not collect unrestricted environment/process argument data. Structured sensitive values may need stronger, format-aware redaction.</a:t>
            </a:r>
          </a:p>
          <a:p/>
          <a:p>
            <a:r>
              <a:t>Deliverable: A reviewed evidence archive, manifest and evidence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module3/exercises/03-monitoring.md</a:t>
            </a:r>
          </a:p>
          <a:p>
            <a:r>
              <a:t>Duration: 40</a:t>
            </a:r>
          </a:p>
          <a:p/>
          <a:p>
            <a:r>
              <a:t>Run the known fixture</a:t>
            </a:r>
          </a:p>
          <a:p>
            <a:r>
              <a:t>Create isolated boundary inputs</a:t>
            </a:r>
          </a:p>
          <a:p>
            <a:r>
              <a:t>Compare healthy, empty and malformed cases</a:t>
            </a:r>
          </a:p>
          <a:p>
            <a:r>
              <a:t>Parse a current journal window</a:t>
            </a:r>
          </a:p>
          <a:p>
            <a:r>
              <a:t>Document the monitoring policy</a:t>
            </a:r>
          </a:p>
          <a:p>
            <a:r>
              <a:t>Transfer the method without copying</a:t>
            </a:r>
          </a:p>
          <a:p/>
          <a:p>
            <a:r>
              <a:t>INSTRUCTOR ANSWER: The supplied policy counts status &gt;=500 as server failures and latency &gt;= threshold as slow. A rate equal to the threshold alerts. NO_DATA is unknown, not green. HTTP 4xx monitoring may be added separately according to business context.</a:t>
            </a:r>
          </a:p>
          <a:p/>
          <a:p>
            <a:r>
              <a:t>Deliverable: A monitoring CSV and a written policy with denominator and no-data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module3/exercises/03-monitoring.md</a:t>
            </a:r>
          </a:p>
          <a:p>
            <a:r>
              <a:t>Duration: 40</a:t>
            </a:r>
          </a:p>
          <a:p/>
          <a:p>
            <a:r>
              <a:t>Run the known fixture</a:t>
            </a:r>
          </a:p>
          <a:p>
            <a:r>
              <a:t>Create isolated boundary inputs</a:t>
            </a:r>
          </a:p>
          <a:p>
            <a:r>
              <a:t>Compare healthy, empty and malformed cases</a:t>
            </a:r>
          </a:p>
          <a:p>
            <a:r>
              <a:t>Parse a current journal window</a:t>
            </a:r>
          </a:p>
          <a:p>
            <a:r>
              <a:t>Document the monitoring policy</a:t>
            </a:r>
          </a:p>
          <a:p>
            <a:r>
              <a:t>Transfer the method without copying</a:t>
            </a:r>
          </a:p>
          <a:p/>
          <a:p>
            <a:r>
              <a:t>INSTRUCTOR ANSWER: The supplied policy counts status &gt;=500 as server failures and latency &gt;= threshold as slow. A rate equal to the threshold alerts. NO_DATA is unknown, not green. HTTP 4xx monitoring may be added separately according to business context.</a:t>
            </a:r>
          </a:p>
          <a:p/>
          <a:p>
            <a:r>
              <a:t>Deliverable: A monitoring CSV and a written policy with denominator and no-data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module3/exercises/03-monitoring.md</a:t>
            </a:r>
          </a:p>
          <a:p>
            <a:r>
              <a:t>Duration: 40</a:t>
            </a:r>
          </a:p>
          <a:p/>
          <a:p>
            <a:r>
              <a:t>Run the known fixture</a:t>
            </a:r>
          </a:p>
          <a:p>
            <a:r>
              <a:t>Create isolated boundary inputs</a:t>
            </a:r>
          </a:p>
          <a:p>
            <a:r>
              <a:t>Compare healthy, empty and malformed cases</a:t>
            </a:r>
          </a:p>
          <a:p>
            <a:r>
              <a:t>Parse a current journal window</a:t>
            </a:r>
          </a:p>
          <a:p>
            <a:r>
              <a:t>Document the monitoring policy</a:t>
            </a:r>
          </a:p>
          <a:p>
            <a:r>
              <a:t>Transfer the method without copying</a:t>
            </a:r>
          </a:p>
          <a:p/>
          <a:p>
            <a:r>
              <a:t>INSTRUCTOR ANSWER: The supplied policy counts status &gt;=500 as server failures and latency &gt;= threshold as slow. A rate equal to the threshold alerts. NO_DATA is unknown, not green. HTTP 4xx monitoring may be added separately according to business context.</a:t>
            </a:r>
          </a:p>
          <a:p/>
          <a:p>
            <a:r>
              <a:t>Deliverable: A monitoring CSV and a written policy with denominator and no-data semantics.</a:t>
            </a:r>
          </a:p>
          <a:p/>
          <a:p>
            <a:r>
              <a:t>FULL WORKSHEET COMMANDS:</a:t>
            </a:r>
          </a:p>
          <a:p>
            <a:r>
              <a:t>cd "$COURSE_ROOT"</a:t>
            </a:r>
          </a:p>
          <a:p>
            <a:r>
              <a:t>shared/scripts/monitor-log.sh shared/fixtures/application.log 10 1000</a:t>
            </a:r>
          </a:p>
          <a:p>
            <a:r>
              <a:t>monitor_rc=$?</a:t>
            </a:r>
          </a:p>
          <a:p>
            <a:r>
              <a:t>printf 'monitor_exit=%s\n' "$monitor_rc"</a:t>
            </a:r>
          </a:p>
          <a:p/>
          <a:p>
            <a:r>
              <a:t>printf 'status=200 latency_ms=10\n' &gt; ~/support-lab/evidence/m3-03/healthy.log</a:t>
            </a:r>
          </a:p>
          <a:p>
            <a:r>
              <a:t>: &gt; ~/support-lab/evidence/m3-03/empty.log</a:t>
            </a:r>
          </a:p>
          <a:p>
            <a:r>
              <a:t>printf 'malformed record\n' &gt; ~/support-lab/evidence/m3-03/malformed.log</a:t>
            </a:r>
          </a:p>
          <a:p/>
          <a:p>
            <a:r>
              <a:t>for case_name in healthy empty malformed; do</a:t>
            </a:r>
          </a:p>
          <a:p>
            <a:r>
              <a:t>    "$COURSE_ROOT/shared/scripts/monitor-log.sh" "$HOME/support-lab/evidence/m3-03/$case_name.log" 10 1000</a:t>
            </a:r>
          </a:p>
          <a:p>
            <a:r>
              <a:t>    monitor_rc=$?</a:t>
            </a:r>
          </a:p>
          <a:p>
            <a:r>
              <a:t>    printf '%s exit=%s\n' "$case_name" "$monitor_rc"</a:t>
            </a:r>
          </a:p>
          <a:p>
            <a:r>
              <a:t>done</a:t>
            </a:r>
          </a:p>
          <a:p/>
          <a:p>
            <a:r>
              <a:t>date -u +%FT%TZ &gt; ~/support-lab/evidence/m3-03/captured-at.txt</a:t>
            </a:r>
          </a:p>
          <a:p>
            <a:r>
              <a:t>journalctl -u support-tomcat --since '5 minutes ago' --utc -o cat --no-pager &gt; ~/support-lab/evidence/m3-03/window.log</a:t>
            </a:r>
          </a:p>
          <a:p>
            <a:r>
              <a:t>"$COURSE_ROOT/shared/scripts/monitor-log.sh" ~/support-lab/evidence/m3-03/window.log 10 1000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module3/exercises/03-monitoring.md</a:t>
            </a:r>
          </a:p>
          <a:p>
            <a:r>
              <a:t>Duration: 40</a:t>
            </a:r>
          </a:p>
          <a:p/>
          <a:p>
            <a:r>
              <a:t>Run the known fixture</a:t>
            </a:r>
          </a:p>
          <a:p>
            <a:r>
              <a:t>Create isolated boundary inputs</a:t>
            </a:r>
          </a:p>
          <a:p>
            <a:r>
              <a:t>Compare healthy, empty and malformed cases</a:t>
            </a:r>
          </a:p>
          <a:p>
            <a:r>
              <a:t>Parse a current journal window</a:t>
            </a:r>
          </a:p>
          <a:p>
            <a:r>
              <a:t>Document the monitoring policy</a:t>
            </a:r>
          </a:p>
          <a:p>
            <a:r>
              <a:t>Transfer the method without copying</a:t>
            </a:r>
          </a:p>
          <a:p/>
          <a:p>
            <a:r>
              <a:t>INSTRUCTOR ANSWER: The supplied policy counts status &gt;=500 as server failures and latency &gt;= threshold as slow. A rate equal to the threshold alerts. NO_DATA is unknown, not green. HTTP 4xx monitoring may be added separately according to business context.</a:t>
            </a:r>
          </a:p>
          <a:p/>
          <a:p>
            <a:r>
              <a:t>Deliverable: A monitoring CSV and a written policy with denominator and no-data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module3/exercises/03-monitoring.md</a:t>
            </a:r>
          </a:p>
          <a:p>
            <a:r>
              <a:t>Duration: 40</a:t>
            </a:r>
          </a:p>
          <a:p/>
          <a:p>
            <a:r>
              <a:t>Run the known fixture</a:t>
            </a:r>
          </a:p>
          <a:p>
            <a:r>
              <a:t>Create isolated boundary inputs</a:t>
            </a:r>
          </a:p>
          <a:p>
            <a:r>
              <a:t>Compare healthy, empty and malformed cases</a:t>
            </a:r>
          </a:p>
          <a:p>
            <a:r>
              <a:t>Parse a current journal window</a:t>
            </a:r>
          </a:p>
          <a:p>
            <a:r>
              <a:t>Document the monitoring policy</a:t>
            </a:r>
          </a:p>
          <a:p>
            <a:r>
              <a:t>Transfer the method without copying</a:t>
            </a:r>
          </a:p>
          <a:p/>
          <a:p>
            <a:r>
              <a:t>INSTRUCTOR ANSWER: The supplied policy counts status &gt;=500 as server failures and latency &gt;= threshold as slow. A rate equal to the threshold alerts. NO_DATA is unknown, not green. HTTP 4xx monitoring may be added separately according to business context.</a:t>
            </a:r>
          </a:p>
          <a:p/>
          <a:p>
            <a:r>
              <a:t>Deliverable: A monitoring CSV and a written policy with denominator and no-data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module3/exercises/04-slow-pipeline.md</a:t>
            </a:r>
          </a:p>
          <a:p>
            <a:r>
              <a:t>Duration: 20</a:t>
            </a:r>
          </a:p>
          <a:p/>
          <a:p>
            <a:r>
              <a:t>Create your report directory and source record</a:t>
            </a:r>
          </a:p>
          <a:p>
            <a:r>
              <a:t>Produce two slow-query rankings</a:t>
            </a:r>
          </a:p>
          <a:p>
            <a:r>
              <a:t>Save an alert result without losing it</a:t>
            </a:r>
          </a:p>
          <a:p>
            <a:r>
              <a:t>Run the reference wrapper and inspect its manifest</a:t>
            </a:r>
          </a:p>
          <a:p>
            <a:r>
              <a:t>Transfer the method without copying</a:t>
            </a:r>
          </a:p>
          <a:p/>
          <a:p>
            <a:r>
              <a:t>INSTRUCTOR ANSWER: Multiline logs require a record-aware parser. Temporal overlap narrows investigation but does not prove the app request executed a particular SQL record. Keep original evidence and clearly label derived summaries.</a:t>
            </a:r>
          </a:p>
          <a:p/>
          <a:p>
            <a:r>
              <a:t>Deliverable: A timestamped monitoring/slow-query report and its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module3/exercises/04-slow-pipeline.md</a:t>
            </a:r>
          </a:p>
          <a:p>
            <a:r>
              <a:t>Duration: 20</a:t>
            </a:r>
          </a:p>
          <a:p/>
          <a:p>
            <a:r>
              <a:t>Create your report directory and source record</a:t>
            </a:r>
          </a:p>
          <a:p>
            <a:r>
              <a:t>Produce two slow-query rankings</a:t>
            </a:r>
          </a:p>
          <a:p>
            <a:r>
              <a:t>Save an alert result without losing it</a:t>
            </a:r>
          </a:p>
          <a:p>
            <a:r>
              <a:t>Run the reference wrapper and inspect its manifest</a:t>
            </a:r>
          </a:p>
          <a:p>
            <a:r>
              <a:t>Transfer the method without copying</a:t>
            </a:r>
          </a:p>
          <a:p/>
          <a:p>
            <a:r>
              <a:t>INSTRUCTOR ANSWER: Multiline logs require a record-aware parser. Temporal overlap narrows investigation but does not prove the app request executed a particular SQL record. Keep original evidence and clearly label derived summaries.</a:t>
            </a:r>
          </a:p>
          <a:p/>
          <a:p>
            <a:r>
              <a:t>Deliverable: A timestamped monitoring/slow-query report and its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module3/exercises/04-slow-pipeline.md</a:t>
            </a:r>
          </a:p>
          <a:p>
            <a:r>
              <a:t>Duration: 20</a:t>
            </a:r>
          </a:p>
          <a:p/>
          <a:p>
            <a:r>
              <a:t>Create your report directory and source record</a:t>
            </a:r>
          </a:p>
          <a:p>
            <a:r>
              <a:t>Produce two slow-query rankings</a:t>
            </a:r>
          </a:p>
          <a:p>
            <a:r>
              <a:t>Save an alert result without losing it</a:t>
            </a:r>
          </a:p>
          <a:p>
            <a:r>
              <a:t>Run the reference wrapper and inspect its manifest</a:t>
            </a:r>
          </a:p>
          <a:p>
            <a:r>
              <a:t>Transfer the method without copying</a:t>
            </a:r>
          </a:p>
          <a:p/>
          <a:p>
            <a:r>
              <a:t>INSTRUCTOR ANSWER: Multiline logs require a record-aware parser. Temporal overlap narrows investigation but does not prove the app request executed a particular SQL record. Keep original evidence and clearly label derived summaries.</a:t>
            </a:r>
          </a:p>
          <a:p/>
          <a:p>
            <a:r>
              <a:t>Deliverable: A timestamped monitoring/slow-query report and its limitations.</a:t>
            </a:r>
          </a:p>
          <a:p/>
          <a:p>
            <a:r>
              <a:t>FULL WORKSHEET COMMANDS:</a:t>
            </a:r>
          </a:p>
          <a:p>
            <a:r>
              <a:t>mkdir -p ~/support-lab/summary</a:t>
            </a:r>
          </a:p>
          <a:p>
            <a:r>
              <a:t>summary_dir=$(mktemp -d "$HOME/support-lab/summary/run-XXXXXX")</a:t>
            </a:r>
          </a:p>
          <a:p>
            <a:r>
              <a:t>date -u +%FT%TZ &gt; "$summary_dir/captured-at.txt"</a:t>
            </a:r>
          </a:p>
          <a:p>
            <a:r>
              <a:t>printf '%s\n' "$summary_dir"</a:t>
            </a:r>
          </a:p>
          <a:p>
            <a:r>
              <a:t>cd "$COURSE_ROOT"</a:t>
            </a:r>
          </a:p>
          <a:p/>
          <a:p>
            <a:r>
              <a:t>mysqldumpslow -s t -t 5 shared/fixtures/mysql-slow.log &gt; "$summary_dir/slow-time.txt"</a:t>
            </a:r>
          </a:p>
          <a:p>
            <a:r>
              <a:t>mysqldumpslow -s c -t 5 shared/fixtures/mysql-slow.log &gt; "$summary_dir/slow-count.txt"</a:t>
            </a:r>
          </a:p>
          <a:p>
            <a:r>
              <a:t>cat "$summary_dir/slow-time.txt"</a:t>
            </a:r>
          </a:p>
          <a:p>
            <a:r>
              <a:t>cat "$summary_dir/slow-count.txt"</a:t>
            </a:r>
          </a:p>
          <a:p/>
          <a:p>
            <a:r>
              <a:t>shared/scripts/monitor-log.sh shared/fixtures/application.log &gt; "$summary_dir/application.csv"</a:t>
            </a:r>
          </a:p>
          <a:p>
            <a:r>
              <a:t>monitor_rc=$?</a:t>
            </a:r>
          </a:p>
          <a:p>
            <a:r>
              <a:t>printf 'application_exit=%s\n' "$monitor_rc" &gt; "$summary_dir/status.txt"</a:t>
            </a:r>
          </a:p>
          <a:p>
            <a:r>
              <a:t>cat "$summary_dir/application.csv"</a:t>
            </a:r>
          </a:p>
          <a:p/>
          <a:p>
            <a:r>
              <a:t>shared/scripts/monitor-pipeline.sh shared/fixtures/application.log "$HOME/support-lab/monitoring" shared/fixtures/mysql-slow.log</a:t>
            </a:r>
          </a:p>
          <a:p>
            <a:r>
              <a:t>pipeline_rc=$?</a:t>
            </a:r>
          </a:p>
          <a:p>
            <a:r>
              <a:t>printf 'pipeline_exit=%s\n' "$pipeline_rc"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module3/exercises/04-slow-pipeline.md</a:t>
            </a:r>
          </a:p>
          <a:p>
            <a:r>
              <a:t>Duration: 20</a:t>
            </a:r>
          </a:p>
          <a:p/>
          <a:p>
            <a:r>
              <a:t>Create your report directory and source record</a:t>
            </a:r>
          </a:p>
          <a:p>
            <a:r>
              <a:t>Produce two slow-query rankings</a:t>
            </a:r>
          </a:p>
          <a:p>
            <a:r>
              <a:t>Save an alert result without losing it</a:t>
            </a:r>
          </a:p>
          <a:p>
            <a:r>
              <a:t>Run the reference wrapper and inspect its manifest</a:t>
            </a:r>
          </a:p>
          <a:p>
            <a:r>
              <a:t>Transfer the method without copying</a:t>
            </a:r>
          </a:p>
          <a:p/>
          <a:p>
            <a:r>
              <a:t>INSTRUCTOR ANSWER: Multiline logs require a record-aware parser. Temporal overlap narrows investigation but does not prove the app request executed a particular SQL record. Keep original evidence and clearly label derived summaries.</a:t>
            </a:r>
          </a:p>
          <a:p/>
          <a:p>
            <a:r>
              <a:t>Deliverable: A timestamped monitoring/slow-query report and its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module3/exercises/04-slow-pipeline.md</a:t>
            </a:r>
          </a:p>
          <a:p>
            <a:r>
              <a:t>Duration: 20</a:t>
            </a:r>
          </a:p>
          <a:p/>
          <a:p>
            <a:r>
              <a:t>Create your report directory and source record</a:t>
            </a:r>
          </a:p>
          <a:p>
            <a:r>
              <a:t>Produce two slow-query rankings</a:t>
            </a:r>
          </a:p>
          <a:p>
            <a:r>
              <a:t>Save an alert result without losing it</a:t>
            </a:r>
          </a:p>
          <a:p>
            <a:r>
              <a:t>Run the reference wrapper and inspect its manifest</a:t>
            </a:r>
          </a:p>
          <a:p>
            <a:r>
              <a:t>Transfer the method without copying</a:t>
            </a:r>
          </a:p>
          <a:p/>
          <a:p>
            <a:r>
              <a:t>INSTRUCTOR ANSWER: Multiline logs require a record-aware parser. Temporal overlap narrows investigation but does not prove the app request executed a particular SQL record. Keep original evidence and clearly label derived summaries.</a:t>
            </a:r>
          </a:p>
          <a:p/>
          <a:p>
            <a:r>
              <a:t>Deliverable: A timestamped monitoring/slow-query report and its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module3/exercises/05-scheduling.md</a:t>
            </a:r>
          </a:p>
          <a:p>
            <a:r>
              <a:t>Duration: 35</a:t>
            </a:r>
          </a:p>
          <a:p/>
          <a:p>
            <a:r>
              <a:t>Install learner-owned scripts and test the cron environment</a:t>
            </a:r>
          </a:p>
          <a:p>
            <a:r>
              <a:t>Back up and edit your own crontab</a:t>
            </a:r>
          </a:p>
          <a:p>
            <a:r>
              <a:t>Verify the saved entry and observe execution</a:t>
            </a:r>
          </a:p>
          <a:p>
            <a:r>
              <a:t>Create disposable retention input</a:t>
            </a:r>
          </a:p>
          <a:p>
            <a:r>
              <a:t>Preview, apply and verify narrowly scoped cleanup</a:t>
            </a:r>
          </a:p>
          <a:p>
            <a:r>
              <a:t>Remove only the exercise’s scheduled entries</a:t>
            </a:r>
          </a:p>
          <a:p>
            <a:r>
              <a:t>Transfer the method without copying</a:t>
            </a:r>
          </a:p>
          <a:p/>
          <a:p>
            <a:r>
              <a:t>INSTRUCTOR ANSWER: Cron does not inherit the current terminal environment. Use protected credential files and least privilege. flock avoids concurrent runs; log job status and review errors. find -mtime +7 means more than seven completed 24-hour periods, not a calendar cutoff.</a:t>
            </a:r>
          </a:p>
          <a:p/>
          <a:p>
            <a:r>
              <a:t>Deliverable: A reviewed cron entry, minimal-environment test and retention dry-run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module3/exercises/05-scheduling.md</a:t>
            </a:r>
          </a:p>
          <a:p>
            <a:r>
              <a:t>Duration: 35</a:t>
            </a:r>
          </a:p>
          <a:p/>
          <a:p>
            <a:r>
              <a:t>Install learner-owned scripts and test the cron environment</a:t>
            </a:r>
          </a:p>
          <a:p>
            <a:r>
              <a:t>Back up and edit your own crontab</a:t>
            </a:r>
          </a:p>
          <a:p>
            <a:r>
              <a:t>Verify the saved entry and observe execution</a:t>
            </a:r>
          </a:p>
          <a:p>
            <a:r>
              <a:t>Create disposable retention input</a:t>
            </a:r>
          </a:p>
          <a:p>
            <a:r>
              <a:t>Preview, apply and verify narrowly scoped cleanup</a:t>
            </a:r>
          </a:p>
          <a:p>
            <a:r>
              <a:t>Remove only the exercise’s scheduled entries</a:t>
            </a:r>
          </a:p>
          <a:p>
            <a:r>
              <a:t>Transfer the method without copying</a:t>
            </a:r>
          </a:p>
          <a:p/>
          <a:p>
            <a:r>
              <a:t>INSTRUCTOR ANSWER: Cron does not inherit the current terminal environment. Use protected credential files and least privilege. flock avoids concurrent runs; log job status and review errors. find -mtime +7 means more than seven completed 24-hour periods, not a calendar cutoff.</a:t>
            </a:r>
          </a:p>
          <a:p/>
          <a:p>
            <a:r>
              <a:t>Deliverable: A reviewed cron entry, minimal-environment test and retention dry-run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module3/exercises/05-scheduling.md</a:t>
            </a:r>
          </a:p>
          <a:p>
            <a:r>
              <a:t>Duration: 35</a:t>
            </a:r>
          </a:p>
          <a:p/>
          <a:p>
            <a:r>
              <a:t>Install learner-owned scripts and test the cron environment</a:t>
            </a:r>
          </a:p>
          <a:p>
            <a:r>
              <a:t>Back up and edit your own crontab</a:t>
            </a:r>
          </a:p>
          <a:p>
            <a:r>
              <a:t>Verify the saved entry and observe execution</a:t>
            </a:r>
          </a:p>
          <a:p>
            <a:r>
              <a:t>Create disposable retention input</a:t>
            </a:r>
          </a:p>
          <a:p>
            <a:r>
              <a:t>Preview, apply and verify narrowly scoped cleanup</a:t>
            </a:r>
          </a:p>
          <a:p>
            <a:r>
              <a:t>Remove only the exercise’s scheduled entries</a:t>
            </a:r>
          </a:p>
          <a:p>
            <a:r>
              <a:t>Transfer the method without copying</a:t>
            </a:r>
          </a:p>
          <a:p/>
          <a:p>
            <a:r>
              <a:t>INSTRUCTOR ANSWER: Cron does not inherit the current terminal environment. Use protected credential files and least privilege. flock avoids concurrent runs; log job status and review errors. find -mtime +7 means more than seven completed 24-hour periods, not a calendar cutoff.</a:t>
            </a:r>
          </a:p>
          <a:p/>
          <a:p>
            <a:r>
              <a:t>Deliverable: A reviewed cron entry, minimal-environment test and retention dry-run output.</a:t>
            </a:r>
          </a:p>
          <a:p/>
          <a:p>
            <a:r>
              <a:t>FULL WORKSHEET COMMANDS:</a:t>
            </a:r>
          </a:p>
          <a:p>
            <a:r>
              <a:t>mkdir -p ~/support-lab/{bin,logs,evidence}</a:t>
            </a:r>
          </a:p>
          <a:p>
            <a:r>
              <a:t>cp "$COURSE_ROOT/shared/scripts/health-check.sh" ~/support-lab/bin/</a:t>
            </a:r>
          </a:p>
          <a:p>
            <a:r>
              <a:t>cp "$COURSE_ROOT/shared/scripts/retention.sh" ~/support-lab/bin/</a:t>
            </a:r>
          </a:p>
          <a:p>
            <a:r>
              <a:t>(cd /tmp &amp;&amp; env -i HOME="$HOME" PATH=/usr/bin:/bin "$HOME/support-lab/bin/health-check.sh")</a:t>
            </a:r>
          </a:p>
          <a:p>
            <a:r>
              <a:t>check_rc=$?</a:t>
            </a:r>
          </a:p>
          <a:p>
            <a:r>
              <a:t>printf 'minimal_environment_exit=%s\n' "$check_rc"</a:t>
            </a:r>
          </a:p>
          <a:p/>
          <a:p>
            <a:r>
              <a:t>crontab -l &gt; ~/support-lab/evidence/m3-05/crontab-before.txt</a:t>
            </a:r>
          </a:p>
          <a:p>
            <a:r>
              <a:t>cat "$COURSE_ROOT/shared/templates/crontab.example"</a:t>
            </a:r>
          </a:p>
          <a:p>
            <a:r>
              <a:t>printf 'Your HOME is %s\n' "$HOME"</a:t>
            </a:r>
          </a:p>
          <a:p>
            <a:r>
              <a:t>crontab -e</a:t>
            </a:r>
          </a:p>
          <a:p/>
          <a:p>
            <a:r>
              <a:t>crontab -l</a:t>
            </a:r>
          </a:p>
          <a:p>
            <a:r>
              <a:t>"$HOME/support-lab/bin/health-check.sh" &gt;&gt; "$HOME/support-lab/logs/health.log" 2&gt;&amp;1</a:t>
            </a:r>
          </a:p>
          <a:p>
            <a:r>
              <a:t>tail -n 10 "$HOME/support-lab/logs/health.log"</a:t>
            </a:r>
          </a:p>
          <a:p/>
          <a:p>
            <a:r>
              <a:t>demo_home=$(mktemp -d)</a:t>
            </a:r>
          </a:p>
          <a:p>
            <a:r>
              <a:t>mkdir -p "$demo_home/support-lab/evidence"</a:t>
            </a:r>
          </a:p>
          <a:p>
            <a:r>
              <a:t>printf 'dummy\n' &gt; "$demo_home/support-lab/evidence/incident-old.tar.gz"</a:t>
            </a:r>
          </a:p>
          <a:p>
            <a:r>
              <a:t>printf 'keep\n' &gt; "$demo_home/support-lab/evidence/unrelated.txt"</a:t>
            </a:r>
          </a:p>
          <a:p>
            <a:r>
              <a:t>touch -d '10 days ago' "$demo_home/support-lab/evidence/incident-old.tar.gz"</a:t>
            </a:r>
          </a:p>
          <a:p>
            <a:r>
              <a:t>printf 'Demo HOME: %s\n' "$demo_home"</a:t>
            </a:r>
          </a:p>
          <a:p/>
          <a:p>
            <a:r>
              <a:t>HOME="$demo_home" "$COURSE_ROOT/shared/scripts/retention.sh" --dry-run</a:t>
            </a:r>
          </a:p>
          <a:p>
            <a:r>
              <a:t>HOME="$demo_home" "$COURSE_ROOT/shared/scripts/retention.sh" --apply</a:t>
            </a:r>
          </a:p>
          <a:p>
            <a:r>
              <a:t>find "$demo_home/support-lab/evidence" -maxdepth 1 -type f -print</a:t>
            </a:r>
          </a:p>
          <a:p/>
          <a:p>
            <a:r>
              <a:t>crontab -e</a:t>
            </a:r>
          </a:p>
          <a:p>
            <a:r>
              <a:t>crontab -l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module3/exercises/05-scheduling.md</a:t>
            </a:r>
          </a:p>
          <a:p>
            <a:r>
              <a:t>Duration: 35</a:t>
            </a:r>
          </a:p>
          <a:p/>
          <a:p>
            <a:r>
              <a:t>Install learner-owned scripts and test the cron environment</a:t>
            </a:r>
          </a:p>
          <a:p>
            <a:r>
              <a:t>Back up and edit your own crontab</a:t>
            </a:r>
          </a:p>
          <a:p>
            <a:r>
              <a:t>Verify the saved entry and observe execution</a:t>
            </a:r>
          </a:p>
          <a:p>
            <a:r>
              <a:t>Create disposable retention input</a:t>
            </a:r>
          </a:p>
          <a:p>
            <a:r>
              <a:t>Preview, apply and verify narrowly scoped cleanup</a:t>
            </a:r>
          </a:p>
          <a:p>
            <a:r>
              <a:t>Remove only the exercise’s scheduled entries</a:t>
            </a:r>
          </a:p>
          <a:p>
            <a:r>
              <a:t>Transfer the method without copying</a:t>
            </a:r>
          </a:p>
          <a:p/>
          <a:p>
            <a:r>
              <a:t>INSTRUCTOR ANSWER: Cron does not inherit the current terminal environment. Use protected credential files and least privilege. flock avoids concurrent runs; log job status and review errors. find -mtime +7 means more than seven completed 24-hour periods, not a calendar cutoff.</a:t>
            </a:r>
          </a:p>
          <a:p/>
          <a:p>
            <a:r>
              <a:t>Deliverable: A reviewed cron entry, minimal-environment test and retention dry-run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module3/exercises/05-scheduling.md</a:t>
            </a:r>
          </a:p>
          <a:p>
            <a:r>
              <a:t>Duration: 35</a:t>
            </a:r>
          </a:p>
          <a:p/>
          <a:p>
            <a:r>
              <a:t>Install learner-owned scripts and test the cron environment</a:t>
            </a:r>
          </a:p>
          <a:p>
            <a:r>
              <a:t>Back up and edit your own crontab</a:t>
            </a:r>
          </a:p>
          <a:p>
            <a:r>
              <a:t>Verify the saved entry and observe execution</a:t>
            </a:r>
          </a:p>
          <a:p>
            <a:r>
              <a:t>Create disposable retention input</a:t>
            </a:r>
          </a:p>
          <a:p>
            <a:r>
              <a:t>Preview, apply and verify narrowly scoped cleanup</a:t>
            </a:r>
          </a:p>
          <a:p>
            <a:r>
              <a:t>Remove only the exercise’s scheduled entries</a:t>
            </a:r>
          </a:p>
          <a:p>
            <a:r>
              <a:t>Transfer the method without copying</a:t>
            </a:r>
          </a:p>
          <a:p/>
          <a:p>
            <a:r>
              <a:t>INSTRUCTOR ANSWER: Cron does not inherit the current terminal environment. Use protected credential files and least privilege. flock avoids concurrent runs; log job status and review errors. find -mtime +7 means more than seven completed 24-hour periods, not a calendar cutoff.</a:t>
            </a:r>
          </a:p>
          <a:p/>
          <a:p>
            <a:r>
              <a:t>Deliverable: A reviewed cron entry, minimal-environment test and retention dry-run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module3/exercises/06-deployment-checks.md</a:t>
            </a:r>
          </a:p>
          <a:p>
            <a:r>
              <a:t>Duration: 20</a:t>
            </a:r>
          </a:p>
          <a:p/>
          <a:p>
            <a:r>
              <a:t>Record the business response</a:t>
            </a:r>
          </a:p>
          <a:p>
            <a:r>
              <a:t>Create your deployment gate</a:t>
            </a:r>
          </a:p>
          <a:p>
            <a:r>
              <a:t>Check and run the gate</a:t>
            </a:r>
          </a:p>
          <a:p>
            <a:r>
              <a:t>Test an affected business function</a:t>
            </a:r>
          </a:p>
          <a:p>
            <a:r>
              <a:t>Restore and verify</a:t>
            </a:r>
          </a:p>
          <a:p>
            <a:r>
              <a:t>Transfer the method without copying</a:t>
            </a:r>
          </a:p>
          <a:p/>
          <a:p>
            <a:r>
              <a:t>INSTRUCTOR ANSWER: The payment simulator can fail while database readiness remains healthy. Monitor representative business paths separately. A failed probe should emit evidence and status; restarting databases is not a safe default response.</a:t>
            </a:r>
          </a:p>
          <a:p/>
          <a:p>
            <a:r>
              <a:t>Deliverable: A deployment-check script with documented scope and failure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module3/exercises/06-deployment-checks.md</a:t>
            </a:r>
          </a:p>
          <a:p>
            <a:r>
              <a:t>Duration: 20</a:t>
            </a:r>
          </a:p>
          <a:p/>
          <a:p>
            <a:r>
              <a:t>Record the business response</a:t>
            </a:r>
          </a:p>
          <a:p>
            <a:r>
              <a:t>Create your deployment gate</a:t>
            </a:r>
          </a:p>
          <a:p>
            <a:r>
              <a:t>Check and run the gate</a:t>
            </a:r>
          </a:p>
          <a:p>
            <a:r>
              <a:t>Test an affected business function</a:t>
            </a:r>
          </a:p>
          <a:p>
            <a:r>
              <a:t>Restore and verify</a:t>
            </a:r>
          </a:p>
          <a:p>
            <a:r>
              <a:t>Transfer the method without copying</a:t>
            </a:r>
          </a:p>
          <a:p/>
          <a:p>
            <a:r>
              <a:t>INSTRUCTOR ANSWER: The payment simulator can fail while database readiness remains healthy. Monitor representative business paths separately. A failed probe should emit evidence and status; restarting databases is not a safe default response.</a:t>
            </a:r>
          </a:p>
          <a:p/>
          <a:p>
            <a:r>
              <a:t>Deliverable: A deployment-check script with documented scope and failure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module3/exercises/06-deployment-checks.md</a:t>
            </a:r>
          </a:p>
          <a:p>
            <a:r>
              <a:t>Duration: 20</a:t>
            </a:r>
          </a:p>
          <a:p/>
          <a:p>
            <a:r>
              <a:t>Record the business response</a:t>
            </a:r>
          </a:p>
          <a:p>
            <a:r>
              <a:t>Create your deployment gate</a:t>
            </a:r>
          </a:p>
          <a:p>
            <a:r>
              <a:t>Check and run the gate</a:t>
            </a:r>
          </a:p>
          <a:p>
            <a:r>
              <a:t>Test an affected business function</a:t>
            </a:r>
          </a:p>
          <a:p>
            <a:r>
              <a:t>Restore and verify</a:t>
            </a:r>
          </a:p>
          <a:p>
            <a:r>
              <a:t>Transfer the method without copying</a:t>
            </a:r>
          </a:p>
          <a:p/>
          <a:p>
            <a:r>
              <a:t>INSTRUCTOR ANSWER: The payment simulator can fail while database readiness remains healthy. Monitor representative business paths separately. A failed probe should emit evidence and status; restarting databases is not a safe default response.</a:t>
            </a:r>
          </a:p>
          <a:p/>
          <a:p>
            <a:r>
              <a:t>Deliverable: A deployment-check script with documented scope and failure behavior.</a:t>
            </a:r>
          </a:p>
          <a:p/>
          <a:p>
            <a:r>
              <a:t>FULL WORKSHEET COMMANDS:</a:t>
            </a:r>
          </a:p>
          <a:p>
            <a:r>
              <a:t>curl --fail --silent --max-time 5 'http://127.0.0.1:8080/loyalty/player?id=1'</a:t>
            </a:r>
          </a:p>
          <a:p>
            <a:r>
              <a:t>curl --fail --silent --max-time 5 http://127.0.0.1:8080/loyalty/payment</a:t>
            </a:r>
          </a:p>
          <a:p/>
          <a:p>
            <a:r>
              <a:t>#!/usr/bin/env bash</a:t>
            </a:r>
          </a:p>
          <a:p>
            <a:r>
              <a:t>set -u</a:t>
            </a:r>
          </a:p>
          <a:p>
            <a:r>
              <a:t>if ! body=$(curl --fail --silent --show-error --max-time 5 'http://127.0.0.1:8080/loyalty/player?id=1'); then</a:t>
            </a:r>
          </a:p>
          <a:p>
            <a:r>
              <a:t>    printf 'player=UNREACHABLE\n'; exit 1</a:t>
            </a:r>
          </a:p>
          <a:p>
            <a:r>
              <a:t>fi</a:t>
            </a:r>
          </a:p>
          <a:p>
            <a:r>
              <a:t>if [[ $body != '1,Synthetic Player One,100' ]]; then</a:t>
            </a:r>
          </a:p>
          <a:p>
            <a:r>
              <a:t>    printf 'player=UNEXPECTED_RESULT\n'; exit 1</a:t>
            </a:r>
          </a:p>
          <a:p>
            <a:r>
              <a:t>fi</a:t>
            </a:r>
          </a:p>
          <a:p>
            <a:r>
              <a:t>printf 'player=OK\n'</a:t>
            </a:r>
          </a:p>
          <a:p>
            <a:r>
              <a:t># Add a bounded payment check here; return nonzero if it fails.</a:t>
            </a:r>
          </a:p>
          <a:p>
            <a:r>
              <a:t>exit 0</a:t>
            </a:r>
          </a:p>
          <a:p/>
          <a:p>
            <a:r>
              <a:t>bash -n ~/support-lab/bin/deployment-check.sh</a:t>
            </a:r>
          </a:p>
          <a:p>
            <a:r>
              <a:t>chmod 750 ~/support-lab/bin/deployment-check.sh</a:t>
            </a:r>
          </a:p>
          <a:p>
            <a:r>
              <a:t>~/support-lab/bin/deployment-check.sh</a:t>
            </a:r>
          </a:p>
          <a:p>
            <a:r>
              <a:t>gate_rc=$?</a:t>
            </a:r>
          </a:p>
          <a:p>
            <a:r>
              <a:t>printf 'gate_exit=%s\n' "$gate_rc"</a:t>
            </a:r>
          </a:p>
          <a:p/>
          <a:p>
            <a:r>
              <a:t>cd "$COURSE_ROOT"</a:t>
            </a:r>
          </a:p>
          <a:p>
            <a:r>
              <a:t>sudo shared/scripts/fault.sh reset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module3/exercises/06-deployment-checks.md</a:t>
            </a:r>
          </a:p>
          <a:p>
            <a:r>
              <a:t>Duration: 20</a:t>
            </a:r>
          </a:p>
          <a:p/>
          <a:p>
            <a:r>
              <a:t>Record the business response</a:t>
            </a:r>
          </a:p>
          <a:p>
            <a:r>
              <a:t>Create your deployment gate</a:t>
            </a:r>
          </a:p>
          <a:p>
            <a:r>
              <a:t>Check and run the gate</a:t>
            </a:r>
          </a:p>
          <a:p>
            <a:r>
              <a:t>Test an affected business function</a:t>
            </a:r>
          </a:p>
          <a:p>
            <a:r>
              <a:t>Restore and verify</a:t>
            </a:r>
          </a:p>
          <a:p>
            <a:r>
              <a:t>Transfer the method without copying</a:t>
            </a:r>
          </a:p>
          <a:p/>
          <a:p>
            <a:r>
              <a:t>INSTRUCTOR ANSWER: The payment simulator can fail while database readiness remains healthy. Monitor representative business paths separately. A failed probe should emit evidence and status; restarting databases is not a safe default response.</a:t>
            </a:r>
          </a:p>
          <a:p/>
          <a:p>
            <a:r>
              <a:t>Deliverable: A deployment-check script with documented scope and failure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module3/exercises/06-deployment-checks.md</a:t>
            </a:r>
          </a:p>
          <a:p>
            <a:r>
              <a:t>Duration: 20</a:t>
            </a:r>
          </a:p>
          <a:p/>
          <a:p>
            <a:r>
              <a:t>Record the business response</a:t>
            </a:r>
          </a:p>
          <a:p>
            <a:r>
              <a:t>Create your deployment gate</a:t>
            </a:r>
          </a:p>
          <a:p>
            <a:r>
              <a:t>Check and run the gate</a:t>
            </a:r>
          </a:p>
          <a:p>
            <a:r>
              <a:t>Test an affected business function</a:t>
            </a:r>
          </a:p>
          <a:p>
            <a:r>
              <a:t>Restore and verify</a:t>
            </a:r>
          </a:p>
          <a:p>
            <a:r>
              <a:t>Transfer the method without copying</a:t>
            </a:r>
          </a:p>
          <a:p/>
          <a:p>
            <a:r>
              <a:t>INSTRUCTOR ANSWER: The payment simulator can fail while database readiness remains healthy. Monitor representative business paths separately. A failed probe should emit evidence and status; restarting databases is not a safe default response.</a:t>
            </a:r>
          </a:p>
          <a:p/>
          <a:p>
            <a:r>
              <a:t>Deliverable: A deployment-check script with documented scope and failure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module3/exercises/07-war-room.md</a:t>
            </a:r>
          </a:p>
          <a:p>
            <a:r>
              <a:t>Duration: 110</a:t>
            </a:r>
          </a:p>
          <a:p/>
          <a:p>
            <a:r>
              <a:t>Prepare your submission workspace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Use instructor scenario cards. A uses db-auth; B uses latency with database decoy evidence; C uses payment while /health remains healthy. Each has distinct business recovery criteria. Grade communication of uncertainty and evidence-backed elimination of alternatives.</a:t>
            </a:r>
          </a:p>
          <a:p/>
          <a:p>
            <a:r>
              <a:t>Deliverable: A major incident report, evidence bundle and three stakeholder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module3/exercises/07-war-room.md</a:t>
            </a:r>
          </a:p>
          <a:p>
            <a:r>
              <a:t>Duration: 110</a:t>
            </a:r>
          </a:p>
          <a:p/>
          <a:p>
            <a:r>
              <a:t>Prepare your submission workspace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Use instructor scenario cards. A uses db-auth; B uses latency with database decoy evidence; C uses payment while /health remains healthy. Each has distinct business recovery criteria. Grade communication of uncertainty and evidence-backed elimination of alternatives.</a:t>
            </a:r>
          </a:p>
          <a:p/>
          <a:p>
            <a:r>
              <a:t>Deliverable: A major incident report, evidence bundle and three stakeholder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module3/exercises/07-war-room.md</a:t>
            </a:r>
          </a:p>
          <a:p>
            <a:r>
              <a:t>Duration: 110</a:t>
            </a:r>
          </a:p>
          <a:p/>
          <a:p>
            <a:r>
              <a:t>Prepare your submission workspace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Use instructor scenario cards. A uses db-auth; B uses latency with database decoy evidence; C uses payment while /health remains healthy. Each has distinct business recovery criteria. Grade communication of uncertainty and evidence-backed elimination of alternatives.</a:t>
            </a:r>
          </a:p>
          <a:p/>
          <a:p>
            <a:r>
              <a:t>Deliverable: A major incident report, evidence bundle and three stakeholder updates.</a:t>
            </a:r>
          </a:p>
          <a:p/>
          <a:p>
            <a:r>
              <a:t>FULL WORKSHEET COMMANDS:</a:t>
            </a:r>
          </a:p>
          <a:p>
            <a:r>
              <a:t>cp -i "$COURSE_ROOT/shared/templates/incident-report.md" "$HOME/support-lab/evidence/m3-07/incident.md"</a:t>
            </a:r>
          </a:p>
          <a:p>
            <a:r>
              <a:t>date -u +%FT%TZ</a:t>
            </a:r>
          </a:p>
          <a:p>
            <a:r>
              <a:t>nano "$HOME/support-lab/evidence/m3-07/incident.md"</a:t>
            </a:r>
          </a:p>
          <a:p/>
          <a:p>
            <a:r>
              <a:t>cd "$COURSE_ROOT"</a:t>
            </a:r>
          </a:p>
          <a:p>
            <a:r>
              <a:t>shared/scripts/collect-evidence.sh "$HOME/support-lab/evidence/m3-07/bundles" '20 minutes ago'</a:t>
            </a:r>
          </a:p>
          <a:p>
            <a:r>
              <a:t>collector_rc=$?</a:t>
            </a:r>
          </a:p>
          <a:p>
            <a:r>
              <a:t>printf 'collector_exit=%s\n' "$collector_rc"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module3/exercises/07-war-room.md</a:t>
            </a:r>
          </a:p>
          <a:p>
            <a:r>
              <a:t>Duration: 110</a:t>
            </a:r>
          </a:p>
          <a:p/>
          <a:p>
            <a:r>
              <a:t>Prepare your submission workspace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Use instructor scenario cards. A uses db-auth; B uses latency with database decoy evidence; C uses payment while /health remains healthy. Each has distinct business recovery criteria. Grade communication of uncertainty and evidence-backed elimination of alternatives.</a:t>
            </a:r>
          </a:p>
          <a:p/>
          <a:p>
            <a:r>
              <a:t>Deliverable: A major incident report, evidence bundle and three stakeholder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module3/exercises/07-war-room.md</a:t>
            </a:r>
          </a:p>
          <a:p>
            <a:r>
              <a:t>Duration: 110</a:t>
            </a:r>
          </a:p>
          <a:p/>
          <a:p>
            <a:r>
              <a:t>Prepare your submission workspace</a:t>
            </a:r>
          </a:p>
          <a:p>
            <a:r>
              <a:t>Receive the incident and assign roles</a:t>
            </a:r>
          </a:p>
          <a:p>
            <a:r>
              <a:t>Investigate within the time budget</a:t>
            </a:r>
          </a:p>
          <a:p>
            <a:r>
              <a:t>Collect and inspect evidence</a:t>
            </a:r>
          </a:p>
          <a:p>
            <a:r>
              <a:t>Propose one mitigation and define recovery</a:t>
            </a:r>
          </a:p>
          <a:p>
            <a:r>
              <a:t>Verify and hand over</a:t>
            </a:r>
          </a:p>
          <a:p/>
          <a:p>
            <a:r>
              <a:t>INSTRUCTOR ANSWER: Use instructor scenario cards. A uses db-auth; B uses latency with database decoy evidence; C uses payment while /health remains healthy. Each has distinct business recovery criteria. Grade communication of uncertainty and evidence-backed elimination of alternatives.</a:t>
            </a:r>
          </a:p>
          <a:p/>
          <a:p>
            <a:r>
              <a:t>Deliverable: A major incident report, evidence bundle and three stakeholder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module3/exercises/08-handover.md</a:t>
            </a:r>
          </a:p>
          <a:p>
            <a:r>
              <a:t>Duration: 30</a:t>
            </a:r>
          </a:p>
          <a:p/>
          <a:p>
            <a:r>
              <a:t>Collect your handover inputs</a:t>
            </a:r>
          </a:p>
          <a:p>
            <a:r>
              <a:t>Prepare a five-minute handover</a:t>
            </a:r>
          </a:p>
          <a:p>
            <a:r>
              <a:t>Defend a counterexample</a:t>
            </a:r>
          </a:p>
          <a:p>
            <a:r>
              <a:t>Write three actionable improvements</a:t>
            </a:r>
          </a:p>
          <a:p>
            <a:r>
              <a:t>Review and submit</a:t>
            </a:r>
          </a:p>
          <a:p>
            <a:r>
              <a:t>Transfer the method without copying</a:t>
            </a:r>
          </a:p>
          <a:p/>
          <a:p>
            <a:r>
              <a:t>INSTRUCTOR ANSWER: Useful recommendations name a signal, threshold/window, owner and response. Explicit uncertainty is preferable to invented certainty. Final rubric allocates points across evidence, diagnosis, recovery, scripts and communication.</a:t>
            </a:r>
          </a:p>
          <a:p/>
          <a:p>
            <a:r>
              <a:t>Deliverable: Operational handover and prioritized improvement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module3/exercises/08-handover.md</a:t>
            </a:r>
          </a:p>
          <a:p>
            <a:r>
              <a:t>Duration: 30</a:t>
            </a:r>
          </a:p>
          <a:p/>
          <a:p>
            <a:r>
              <a:t>Collect your handover inputs</a:t>
            </a:r>
          </a:p>
          <a:p>
            <a:r>
              <a:t>Prepare a five-minute handover</a:t>
            </a:r>
          </a:p>
          <a:p>
            <a:r>
              <a:t>Defend a counterexample</a:t>
            </a:r>
          </a:p>
          <a:p>
            <a:r>
              <a:t>Write three actionable improvements</a:t>
            </a:r>
          </a:p>
          <a:p>
            <a:r>
              <a:t>Review and submit</a:t>
            </a:r>
          </a:p>
          <a:p>
            <a:r>
              <a:t>Transfer the method without copying</a:t>
            </a:r>
          </a:p>
          <a:p/>
          <a:p>
            <a:r>
              <a:t>INSTRUCTOR ANSWER: Useful recommendations name a signal, threshold/window, owner and response. Explicit uncertainty is preferable to invented certainty. Final rubric allocates points across evidence, diagnosis, recovery, scripts and communication.</a:t>
            </a:r>
          </a:p>
          <a:p/>
          <a:p>
            <a:r>
              <a:t>Deliverable: Operational handover and prioritized improvement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module3/exercises/08-handover.md</a:t>
            </a:r>
          </a:p>
          <a:p>
            <a:r>
              <a:t>Duration: 30</a:t>
            </a:r>
          </a:p>
          <a:p/>
          <a:p>
            <a:r>
              <a:t>Collect your handover inputs</a:t>
            </a:r>
          </a:p>
          <a:p>
            <a:r>
              <a:t>Prepare a five-minute handover</a:t>
            </a:r>
          </a:p>
          <a:p>
            <a:r>
              <a:t>Defend a counterexample</a:t>
            </a:r>
          </a:p>
          <a:p>
            <a:r>
              <a:t>Write three actionable improvements</a:t>
            </a:r>
          </a:p>
          <a:p>
            <a:r>
              <a:t>Review and submit</a:t>
            </a:r>
          </a:p>
          <a:p>
            <a:r>
              <a:t>Transfer the method without copying</a:t>
            </a:r>
          </a:p>
          <a:p/>
          <a:p>
            <a:r>
              <a:t>INSTRUCTOR ANSWER: Useful recommendations name a signal, threshold/window, owner and response. Explicit uncertainty is preferable to invented certainty. Final rubric allocates points across evidence, diagnosis, recovery, scripts and communication.</a:t>
            </a:r>
          </a:p>
          <a:p/>
          <a:p>
            <a:r>
              <a:t>Deliverable: Operational handover and prioritized improvement backlog.</a:t>
            </a:r>
          </a:p>
          <a:p/>
          <a:p>
            <a:r>
              <a:t>FULL WORKSHEET COMMANDS:</a:t>
            </a:r>
          </a:p>
          <a:p>
            <a:r>
              <a:t>syntax_rc=0</a:t>
            </a:r>
          </a:p>
          <a:p>
            <a:r>
              <a:t>for script in "$HOME"/support-lab/bin/*.sh; do</a:t>
            </a:r>
          </a:p>
          <a:p>
            <a:r>
              <a:t>    [[ -f "$script" ]] || continue</a:t>
            </a:r>
          </a:p>
          <a:p>
            <a:r>
              <a:t>    bash -n "$script" || syntax_rc=1</a:t>
            </a:r>
          </a:p>
          <a:p>
            <a:r>
              <a:t>done</a:t>
            </a:r>
          </a:p>
          <a:p>
            <a:r>
              <a:t>printf 'syntax_exit=%s\n' "$syntax_rc"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module3/exercises/08-handover.md</a:t>
            </a:r>
          </a:p>
          <a:p>
            <a:r>
              <a:t>Duration: 30</a:t>
            </a:r>
          </a:p>
          <a:p/>
          <a:p>
            <a:r>
              <a:t>Collect your handover inputs</a:t>
            </a:r>
          </a:p>
          <a:p>
            <a:r>
              <a:t>Prepare a five-minute handover</a:t>
            </a:r>
          </a:p>
          <a:p>
            <a:r>
              <a:t>Defend a counterexample</a:t>
            </a:r>
          </a:p>
          <a:p>
            <a:r>
              <a:t>Write three actionable improvements</a:t>
            </a:r>
          </a:p>
          <a:p>
            <a:r>
              <a:t>Review and submit</a:t>
            </a:r>
          </a:p>
          <a:p>
            <a:r>
              <a:t>Transfer the method without copying</a:t>
            </a:r>
          </a:p>
          <a:p/>
          <a:p>
            <a:r>
              <a:t>INSTRUCTOR ANSWER: Useful recommendations name a signal, threshold/window, owner and response. Explicit uncertainty is preferable to invented certainty. Final rubric allocates points across evidence, diagnosis, recovery, scripts and communication.</a:t>
            </a:r>
          </a:p>
          <a:p/>
          <a:p>
            <a:r>
              <a:t>Deliverable: Operational handover and prioritized improvement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module3/exercises/08-handover.md</a:t>
            </a:r>
          </a:p>
          <a:p>
            <a:r>
              <a:t>Duration: 30</a:t>
            </a:r>
          </a:p>
          <a:p/>
          <a:p>
            <a:r>
              <a:t>Collect your handover inputs</a:t>
            </a:r>
          </a:p>
          <a:p>
            <a:r>
              <a:t>Prepare a five-minute handover</a:t>
            </a:r>
          </a:p>
          <a:p>
            <a:r>
              <a:t>Defend a counterexample</a:t>
            </a:r>
          </a:p>
          <a:p>
            <a:r>
              <a:t>Write three actionable improvements</a:t>
            </a:r>
          </a:p>
          <a:p>
            <a:r>
              <a:t>Review and submit</a:t>
            </a:r>
          </a:p>
          <a:p>
            <a:r>
              <a:t>Transfer the method without copying</a:t>
            </a:r>
          </a:p>
          <a:p/>
          <a:p>
            <a:r>
              <a:t>INSTRUCTOR ANSWER: Useful recommendations name a signal, threshold/window, owner and response. Explicit uncertainty is preferable to invented certainty. Final rubric allocates points across evidence, diagnosis, recovery, scripts and communication.</a:t>
            </a:r>
          </a:p>
          <a:p/>
          <a:p>
            <a:r>
              <a:t>Deliverable: Operational handover and prioritized improvement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module3/exercises/09-automation-extension.md</a:t>
            </a:r>
          </a:p>
          <a:p>
            <a:r>
              <a:t>Duration: Extension</a:t>
            </a:r>
          </a:p>
          <a:p/>
          <a:p>
            <a:r>
              <a:t>Create a hardening test matrix</a:t>
            </a:r>
          </a:p>
          <a:p>
            <a:r>
              <a:t>Run the reference boundary checks</a:t>
            </a:r>
          </a:p>
          <a:p>
            <a:r>
              <a:t>Implement and test your extensions</a:t>
            </a:r>
          </a:p>
          <a:p>
            <a:r>
              <a:t>Design database automation boundaries</a:t>
            </a:r>
          </a:p>
          <a:p>
            <a:r>
              <a:t>Review the final patch</a:t>
            </a:r>
          </a:p>
          <a:p/>
          <a:p>
            <a:r>
              <a:t>INSTRUCTOR ANSWER: Parsing success says nothing about freshness; capture windows and last-event timestamps matter. Preserve exit codes immediately. Treat timeout, unavailable permissions and no data as explicit operational states. See reference tests for baseline expected behavior.</a:t>
            </a:r>
          </a:p>
          <a:p/>
          <a:p>
            <a:r>
              <a:t>Deliverable: A hardening patch, test transcript and documented remaining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module3/exercises/09-automation-extension.md</a:t>
            </a:r>
          </a:p>
          <a:p>
            <a:r>
              <a:t>Duration: Extension</a:t>
            </a:r>
          </a:p>
          <a:p/>
          <a:p>
            <a:r>
              <a:t>Create a hardening test matrix</a:t>
            </a:r>
          </a:p>
          <a:p>
            <a:r>
              <a:t>Run the reference boundary checks</a:t>
            </a:r>
          </a:p>
          <a:p>
            <a:r>
              <a:t>Implement and test your extensions</a:t>
            </a:r>
          </a:p>
          <a:p>
            <a:r>
              <a:t>Design database automation boundaries</a:t>
            </a:r>
          </a:p>
          <a:p>
            <a:r>
              <a:t>Review the final patch</a:t>
            </a:r>
          </a:p>
          <a:p/>
          <a:p>
            <a:r>
              <a:t>INSTRUCTOR ANSWER: Parsing success says nothing about freshness; capture windows and last-event timestamps matter. Preserve exit codes immediately. Treat timeout, unavailable permissions and no data as explicit operational states. See reference tests for baseline expected behavior.</a:t>
            </a:r>
          </a:p>
          <a:p/>
          <a:p>
            <a:r>
              <a:t>Deliverable: A hardening patch, test transcript and documented remaining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module3/exercises/09-automation-extension.md</a:t>
            </a:r>
          </a:p>
          <a:p>
            <a:r>
              <a:t>Duration: Extension</a:t>
            </a:r>
          </a:p>
          <a:p/>
          <a:p>
            <a:r>
              <a:t>Create a hardening test matrix</a:t>
            </a:r>
          </a:p>
          <a:p>
            <a:r>
              <a:t>Run the reference boundary checks</a:t>
            </a:r>
          </a:p>
          <a:p>
            <a:r>
              <a:t>Implement and test your extensions</a:t>
            </a:r>
          </a:p>
          <a:p>
            <a:r>
              <a:t>Design database automation boundaries</a:t>
            </a:r>
          </a:p>
          <a:p>
            <a:r>
              <a:t>Review the final patch</a:t>
            </a:r>
          </a:p>
          <a:p/>
          <a:p>
            <a:r>
              <a:t>INSTRUCTOR ANSWER: Parsing success says nothing about freshness; capture windows and last-event timestamps matter. Preserve exit codes immediately. Treat timeout, unavailable permissions and no data as explicit operational states. See reference tests for baseline expected behavior.</a:t>
            </a:r>
          </a:p>
          <a:p/>
          <a:p>
            <a:r>
              <a:t>Deliverable: A hardening patch, test transcript and documented remaining limitations.</a:t>
            </a:r>
          </a:p>
          <a:p/>
          <a:p>
            <a:r>
              <a:t>FULL WORKSHEET COMMANDS:</a:t>
            </a:r>
          </a:p>
          <a:p>
            <a:r>
              <a:t>cd "$COURSE_ROOT"</a:t>
            </a:r>
          </a:p>
          <a:p>
            <a:r>
              <a:t>shared/scripts/monitor-log.sh shared/fixtures/application.log 10 1000</a:t>
            </a:r>
          </a:p>
          <a:p>
            <a:r>
              <a:t>first_rc=$?</a:t>
            </a:r>
          </a:p>
          <a:p>
            <a:r>
              <a:t>shared/scripts/monitor-log.sh shared/fixtures/application.log 34 2000</a:t>
            </a:r>
          </a:p>
          <a:p>
            <a:r>
              <a:t>second_rc=$?</a:t>
            </a:r>
          </a:p>
          <a:p>
            <a:r>
              <a:t>printf 'first=%s second=%s\n' "$first_rc" "$second_rc"</a:t>
            </a:r>
          </a:p>
          <a:p>
            <a:r>
              <a:t>shared/scripts/collect-evidence.sh "$HOME/support-lab/evidence/m3-09/output with spaces" '5 minutes ago'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module3/exercises/09-automation-extension.md</a:t>
            </a:r>
          </a:p>
          <a:p>
            <a:r>
              <a:t>Duration: Extension</a:t>
            </a:r>
          </a:p>
          <a:p/>
          <a:p>
            <a:r>
              <a:t>Create a hardening test matrix</a:t>
            </a:r>
          </a:p>
          <a:p>
            <a:r>
              <a:t>Run the reference boundary checks</a:t>
            </a:r>
          </a:p>
          <a:p>
            <a:r>
              <a:t>Implement and test your extensions</a:t>
            </a:r>
          </a:p>
          <a:p>
            <a:r>
              <a:t>Design database automation boundaries</a:t>
            </a:r>
          </a:p>
          <a:p>
            <a:r>
              <a:t>Review the final patch</a:t>
            </a:r>
          </a:p>
          <a:p/>
          <a:p>
            <a:r>
              <a:t>INSTRUCTOR ANSWER: Parsing success says nothing about freshness; capture windows and last-event timestamps matter. Preserve exit codes immediately. Treat timeout, unavailable permissions and no data as explicit operational states. See reference tests for baseline expected behavior.</a:t>
            </a:r>
          </a:p>
          <a:p/>
          <a:p>
            <a:r>
              <a:t>Deliverable: A hardening patch, test transcript and documented remaining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Exercise: module3/exercises/09-automation-extension.md</a:t>
            </a:r>
          </a:p>
          <a:p>
            <a:r>
              <a:t>Duration: Extension</a:t>
            </a:r>
          </a:p>
          <a:p/>
          <a:p>
            <a:r>
              <a:t>Create a hardening test matrix</a:t>
            </a:r>
          </a:p>
          <a:p>
            <a:r>
              <a:t>Run the reference boundary checks</a:t>
            </a:r>
          </a:p>
          <a:p>
            <a:r>
              <a:t>Implement and test your extensions</a:t>
            </a:r>
          </a:p>
          <a:p>
            <a:r>
              <a:t>Design database automation boundaries</a:t>
            </a:r>
          </a:p>
          <a:p>
            <a:r>
              <a:t>Review the final patch</a:t>
            </a:r>
          </a:p>
          <a:p/>
          <a:p>
            <a:r>
              <a:t>INSTRUCTOR ANSWER: Parsing success says nothing about freshness; capture windows and last-event timestamps matter. Preserve exit codes immediately. Treat timeout, unavailable permissions and no data as explicit operational states. See reference tests for baseline expected behavior.</a:t>
            </a:r>
          </a:p>
          <a:p/>
          <a:p>
            <a:r>
              <a:t>Deliverable: A hardening patch, test transcript and documented remaining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AWS: extend an EBS filesystem: https://docs.aws.amazon.com/ebs/latest/userguide/recognize-expanded-volume-linux.html</a:t>
            </a:r>
          </a:p>
          <a:p>
            <a:r>
              <a:t>Apache Tomcat 10.1 setup: https://tomcat.apache.org/tomcat-10.1-doc/setup.html</a:t>
            </a:r>
          </a:p>
          <a:p>
            <a:r>
              <a:t>MySQL slow-query log: https://dev.mysql.com/doc/refman/8.4/en/slow-query-log.html</a:t>
            </a:r>
          </a:p>
          <a:p>
            <a:r>
              <a:t>Microsoft: install SQL Server on Ubuntu: https://learn.microsoft.com/en-us/sql/linux/quickstart-install-connect-ubuntu?view=sql-server-ver16</a:t>
            </a:r>
          </a:p>
          <a:p>
            <a:r>
              <a:t>Microsoft: active requests and permissions: https://learn.microsoft.com/en-us/sql/relational-databases/system-dynamic-management-views/sys-dm-exec-requests-transact-sql?view=sql-server-ver16</a:t>
            </a:r>
          </a:p>
          <a:p>
            <a:r>
              <a:t>GNU Bash reference: https://www.gnu.org/software/bash/manual/bash.html</a:t>
            </a:r>
          </a:p>
          <a:p>
            <a:r>
              <a:t>Red Hat: ext4 quotas: https://docs.redhat.com/en/documentation/red_hat_enterprise_linux/10/html/managing_file_systems/limiting-storage-space-usage-on-ext4-with-quotas</a:t>
            </a:r>
          </a:p>
          <a:p>
            <a:r>
              <a:t>Pass: 70/100 with required evidence, script/outline and recovery verification. See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THREE-DAY PRACTICAL TRAINING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789920" cy="201168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Automation, monitoring</a:t>
            </a:r>
          </a:p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and major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789920" cy="11887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One day • 390 instructional minutes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Investigate → explain → mitigate → verify → hand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Today’s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0972800" cy="43891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60 min  |  Extend your Bash script into a health check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55 min  |  Automated evidence collection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40 min  |  Log parsing and threshold monitoring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20 min  |  Slow-query summaries and correlation pipelines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35 min  |  Health checks, cron and safe retention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20 min  |  Deployment verification and maintenance boundaries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110 min  |  Major incident simulation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 30 min  |  Final challenges and operational handover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1C2024"/>
                </a:solidFill>
                <a:latin typeface="Aptos"/>
              </a:defRPr>
            </a:pPr>
            <a:r>
              <a:t>20 min  |  Checkpoints and recovery reserve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The lab system and its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LEARNER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SSH + individual account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Team workspace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APPLICATION HOST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Tomcat + MySQL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Loyalty training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920240"/>
            <a:ext cx="3383280" cy="17373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DATABASE LAB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SQL Server 2022</a:t>
            </a:r>
          </a:p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Query Store +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698480" cy="15087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Request IDs connect application evidence.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Synthetic packs cover replication, IIS, SELinux and pooled-app incidents.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Fault injection and storage administration are instructor-controlled.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How to work an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1  State impact and capture UTC time.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2  Preserve evidence before changing the system.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3  Test a hypothesis with a discriminating check.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4  Make one scoped change with a rollback.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5  Verify the affected business function and communicate.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60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Extend your Bash script into a health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Turn yesterday’s commands into a script another engineer can run reliably.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Quote expansions; treat arguments as data; use arrays for command arguments.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Exit codes are an interface: document healthy, unhealthy and usage outcomes.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set -e is not a substitute for deliberate error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EXTEND YOUR BASH SCRIPT INTO A HEALTH CHECK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Create a script you can edit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Implement the check interface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Check syntax before execution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Test an expected failure without changing services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Test your own validation and array behavior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Compare with the reference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EXTEND YOUR BASH SCRIPT INTO A HEALTH CHECK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Create a script you can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~/support-lab/bin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cat "$HOME/support-lab/bin/triage.sh"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if [[ ! -e "$HOME/support-lab/bin/my-health.sh" ]]; then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  cp "$HOME/support-lab/bin/triage.sh" "$HOME/support-lab/bin/my-health.sh"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fi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"$HOME/support-lab/bin/my-health.sh"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EXTEND YOUR BASH SCRIPT INTO A HEALTH CHECK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Your script returns 0 for healthy checks, 1 for an unreachable endpoint and 2 for invalid arguments or missing tools.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Explain the quoted option array; submit actual results from your own script.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What happens to $? after echo runs?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can set -e behave differently inside conditionals?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EXTEND YOUR BASH SCRIPT INTO A HEALTH CHECK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documented executable Bash health checker and test transcript.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55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Automated evidence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An escalation needs a portable evidence bundle even when some commands fail or lack permission.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Use restrictive permissions, unique timestamped directories and a manifest.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Capture stdout, stderr and exit status for each check.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Redaction needs review; a regex cannot guarantee removal of every secret.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AUTOMATED EVIDENCE COLLECTION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Collect a bounded evidence bundle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Inspect the exact bundle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Interpret missing permissions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Inspect and exercise masking with synthetic input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Write an evidence index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AUTOMATED EVIDENCE COLLECTION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Collect a bounded evidence bundle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"$COURSE_ROOT"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shared/scripts/collect-evidence.sh "$HOME/support-lab/evidence/m3-02/bundles" '20 minutes ago'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collector_rc=$?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'collector_exit=%s\n' "$collector_rc"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AUTOMATED EVIDENCE COLLECTION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Failed checks remain visible in the manifest.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Bundle contains no credentials or environment dumps and is reviewed before sharing.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 timestamp alone prevent simultaneous filename collisions?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Should permission denied be silently converted to an empty success file?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AUTOMATED EVIDENCE COLLECTION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reviewed evidence archive, manifest and evidence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40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Log parsing and threshold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Build a monitor that counts actual requests, rejects malformed rows and reports slow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Define the time window, denominator, threshold comparison and no-data behavior.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Count status fields rather than words such as ERROR in free text.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monitoring result is only as useful as its handling of missing or stale input.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LOG PARSING AND THRESHOLD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Monitoring must preserve unknown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Read bounded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Validate → 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423160"/>
            <a:ext cx="457200" cy="5486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EA4F2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246120" cy="15087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OK / ALERT / NO_DATA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No valid records is unknown, not zero errors. A successful parse does not prove freshness.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LOG PARSING AND THRESHOLD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Run the known fixture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"$COURSE_ROOT"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shared/scripts/monitor-log.sh shared/fixtures/application.log 10 1000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monitor_rc=$?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'monitor_exit=%s\n' "$monitor_rc"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LOG PARSING AND THRESHOLD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Fixture result is 6 requests, 2 errors, 33.33%, 2 slow, 1 malformed, ALERT.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Empty input yields NO_DATA and exit 2, never healthy.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Is zero observed errors equivalent to a healthy service when no requests exist?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Should 404 responses count as server failures in this policy?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LOG PARSING AND THRESHOLD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monitoring CSV and a written policy with denominator and no-data semantics.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20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Slow-query summaries and correlation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Create one summary combining application errors with database slow-query evidence without pretending they share a guaranteed join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Use database-native summaries for multiline slow logs.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Keep units, source window and provenance in exported results.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correlation hypothesis must be labeled if an exact join is unavailable.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SLOW-QUERY SUMMARIES AND CORRELATION PIPELINES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Create your report directory and source record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Produce two slow-query rankings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Save an alert result without losing it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Run the reference wrapper and inspect its manifest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Transfer the method without copying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SLOW-QUERY SUMMARIES AND CORRELATION PIPELINES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Create your report directory and source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~/support-lab/summary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summary_dir=$(mktemp -d "$HOME/support-lab/summary/run-XXXXXX")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date -u +%FT%TZ &gt; "$summary_dir/captured-at.txt"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'%s\n' "$summary_dir"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"$COURSE_ROOT"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SLOW-QUERY SUMMARIES AND CORRELATION PIPELINES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Report preserves both frequency and time rankings.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Wrapper does not discard useful ALERT output because its exit code is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Does one SQL statement always fit on one line?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identical timestamps prove causal linkage?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SLOW-QUERY SUMMARIES AND CORRELATION PIPELINES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timestamped monitoring/slow-query report and its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35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Health checks, cron and safe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Your script works in a terminal but fails under cron. Make paths, permissions, concurrency and output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Cron supplies a smaller environment and different working directory.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Use absolute paths, a controlled PATH and a lock to prevent overlapping runs.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Cleanup is dry-run first, narrowly scoped and separate from incident evidence collection.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HEALTH CHECKS, CRON AND SAFE RETENTION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Install learner-owned scripts and test the cron environment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Back up and edit your own crontab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Verify the saved entry and observe execution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Create disposable retention input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Preview, apply and verify narrowly scoped cleanup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Remove only the exercise’s scheduled entries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HEALTH CHECKS, CRON AND SAFE RETENTION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Install learner-owned scripts and test the cron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~/support-lab/{bin,logs,evidence}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"$COURSE_ROOT/shared/scripts/health-check.sh" ~/support-lab/bin/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"$COURSE_ROOT/shared/scripts/retention.sh" ~/support-lab/bin/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(cd /tmp &amp;&amp; env -i HOME="$HOME" PATH=/usr/bin:/bin "$HOME/support-lab/bin/health-check.sh")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check_rc=$?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'minimal_environment_exit=%s\n' "$check_rc"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HEALTH CHECKS, CRON AND SAFE RETENTION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Scheduled execution uses absolute paths and a per-user lock.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Dry-run identifies only intended incident archives older than the retention boundary.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Will a cron job inherit your interactive exported secrets?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Why can overlapping checks create a monitoring problem?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HEALTH CHECKS, CRON AND SAFE RETENTION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reviewed cron entry, minimal-environment test and retention dry-run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20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Deployment verification and maintenance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 deployment health gate must catch a business failure even if the process is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Check service, readiness and one representative business response.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Timeouts and nonzero exits must propagate to the caller.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Automated diagnosis does not authorize automatic destructive repair.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DEPLOYMENT VERIFICATION AND MAINTENANCE BOUNDARIES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Record the business response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Create your deployment gate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Check and run the gate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Test an affected business function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Restore and verify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DEPLOYMENT VERIFICATION AND MAINTENANCE BOUNDARIES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Record the business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curl --fail --silent --max-time 5 'http://127.0.0.1:8080/loyalty/player?id=1'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curl --fail --silent --max-time 5 http://127.0.0.1:8080/loyalty/payment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DEPLOYMENT VERIFICATION AND MAINTENANCE BOUNDARIES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Gate fails on affected business functionality even when Tomcat remains active.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Recovery checks cover the same function that originally failed.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 generic /health route detect every business outage?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Should the first failed probe trigger a database restart?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DEPLOYMENT VERIFICATION AND MAINTENANCE BOUNDARIES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deployment-check script with documented scope and failure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110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Major incident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Run one of three scenarios: loyalty outage, delayed transactions, or payment integration failure. Rotate roles and deliver timed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Separate facts, hypotheses and decisions in the incident log.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Assign owners and keep one coordinated change stream on the shared host.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Mitigation reduces impact; RCA may remain provisional at handover.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MAJOR INCIDENT SIMULATION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Prepare your submission workspace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Receive the incident and assign roles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Investigate within the time budget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Collect and inspect evidence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Propose one mitigation and define recovery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Verify and hand over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MAJOR INCIDENT SIMULATION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Prepare your submission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cp -i "$COURSE_ROOT/shared/templates/incident-report.md" "$HOME/support-lab/evidence/m3-07/incident.md"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date -u +%FT%TZ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nano "$HOME/support-lab/evidence/m3-07/incident.md"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MAJOR INCIDENT SIMULATION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Timeline links symptoms, actions and results to evidence.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Updates communicate impact, current action, owner and next update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Should you announce root cause when you only have correlation?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unrelated background warnings distract from the affected business function?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MAJOR INCIDENT SIMULATION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major incident report, evidence bundle and three stakeholder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30 MINUTES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Final challenges and operational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Another shift must continue your work without a verbal briefing.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A handover describes remaining work, evidence locations and safe next steps.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RCA distinguishes trigger, root cause, contributing factors and detection gaps.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Monitoring improvements need an owner and measurable acceptance criterion.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CHALLENGES AND OPERATIONAL HANDOVER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Collect your handover inputs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Prepare a five-minute handover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Defend a counterexample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Write three actionable improvements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Review and submit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6  Transfer the method without copying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CHALLENGES AND OPERATIONAL HANDOVER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Collect your handover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syntax_rc=0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for script in "$HOME"/support-lab/bin/*.sh; do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  [[ -f "$script" ]] || continue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    bash -n "$script" || syntax_rc=1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done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'syntax_exit=%s\n' "$syntax_rc"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CHALLENGES AND OPERATIONAL HANDOVER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Next shift can reproduce checks and locate evidence.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Final report distinguishes confirmed facts from probable explanations.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Is “monitor more” an actionable recommendation?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an RCA be useful when some uncertainty remains?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FINAL CHALLENGES AND OPERATIONAL HANDOVER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Operational handover and prioritized improvement backlog.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LEARN  •  Extension 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Advanced automation challenge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11430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FFFFFF"/>
                </a:solidFill>
                <a:latin typeface="Aptos"/>
              </a:defRPr>
            </a:pPr>
            <a:r>
              <a:t>Harden the monitoring workflow against inconvenient inputs and execution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881360" cy="26974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Test adverse inputs, not only the happy path.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Concurrency, stale data and time zones can create false confidence.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C2024"/>
                </a:solidFill>
                <a:latin typeface="Aptos"/>
              </a:defRPr>
            </a:pPr>
            <a:r>
              <a:t>• Maintenance scripts need explicit boundaries and recovery plans.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AUTOMATION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Your investigation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42519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1  Create a hardening test matrix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2  Run the reference boundary checks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3  Implement and test your extensions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4  Design database automation boundaries</a:t>
            </a:r>
          </a:p>
          <a:p>
            <a:pPr algn="l">
              <a:spcAft>
                <a:spcPts val="800"/>
              </a:spcAft>
              <a:defRPr sz="2200" b="0">
                <a:solidFill>
                  <a:srgbClr val="1C2024"/>
                </a:solidFill>
                <a:latin typeface="Aptos"/>
              </a:defRPr>
            </a:pPr>
            <a:r>
              <a:t>5  Review the final patch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AUTOMATION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Run the reference boundary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972800" cy="333756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"$COURSE_ROOT"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shared/scripts/monitor-log.sh shared/fixtures/application.log 10 1000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first_rc=$?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shared/scripts/monitor-log.sh shared/fixtures/application.log 34 2000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second_rc=$?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printf 'first=%s second=%s\n' "$first_rc" "$second_rc"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shared/scripts/collect-evidence.sh "$HOME/support-lab/evidence/m3-09/output with spaces" '5 minutes ago'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10607040" cy="6858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E76"/>
                </a:solidFill>
                <a:latin typeface="Aptos"/>
              </a:defRPr>
            </a:pPr>
            <a:r>
              <a:t>Read the complete worksheet before executing. Instructor-only changes stay supervised.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AUTOMATION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Prove it — and challenge the obvious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Each new behavior has a meaningful adverse-case test.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C2024"/>
                </a:solidFill>
                <a:latin typeface="Aptos"/>
              </a:defRPr>
            </a:pPr>
            <a:r>
              <a:t>✓ Unknown/unavailable dependencies are not reported as healthy.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0881360" cy="2377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Can a successful parser be monitoring yesterday’s data?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C2024"/>
                </a:solidFill>
                <a:latin typeface="Aptos"/>
              </a:defRPr>
            </a:pPr>
            <a:r>
              <a:t>? What happens if a timeout exits 124 and the wrapper overwrites $?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ADVANCED AUTOMATION CHALLENGE BANK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Debrief and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881360" cy="137160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1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 hardening patch, test transcript and documented remaining limitations.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698480" cy="201168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did the evidence prove?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alternative did you rule out?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How did you verify recovery?</a:t>
            </a:r>
          </a:p>
          <a:p>
            <a:pPr algn="l">
              <a:spcAft>
                <a:spcPts val="1200"/>
              </a:spcAft>
              <a:defRPr sz="2500" b="0">
                <a:solidFill>
                  <a:srgbClr val="1C2024"/>
                </a:solidFill>
                <a:latin typeface="Aptos"/>
              </a:defRPr>
            </a:pPr>
            <a:r>
              <a:t>What remains uncertain?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4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666E76"/>
                </a:solidFill>
                <a:latin typeface="Aptos"/>
              </a:defRPr>
            </a:pPr>
            <a:r>
              <a:t>APPLICATION SUPPORT AND MONITORING</a:t>
            </a:r>
          </a:p>
        </p:txBody>
      </p:sp>
      <p:pic>
        <p:nvPicPr>
          <p:cNvPr id="4" name="Picture 3" descr="trainoc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82880"/>
            <a:ext cx="2331720" cy="399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11155680" cy="105156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1C2024"/>
                </a:solidFill>
                <a:latin typeface="Aptos"/>
              </a:defRPr>
            </a:pPr>
            <a:r>
              <a:t>Reference shelf and completion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058400" cy="219456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666E76"/>
                </a:solidFill>
                <a:latin typeface="Aptos"/>
              </a:defRPr>
            </a:pPr>
            <a:r>
              <a:t>TRAINOCATE  •  MODULE 3  •  SYNTHETIC TRAINING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548640" cy="2743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666E7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881360" cy="3017520"/>
          </a:xfrm>
          <a:prstGeom prst="rect">
            <a:avLst/>
          </a:prstGeom>
          <a:noFill/>
        </p:spPr>
        <p:txBody>
          <a:bodyPr wrap="square" anchor="t" lIns="118872" rIns="118872" tIns="73152" bIns="36576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Use shared/SOURCES.md for official technical references.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Submit scripts, evidence, interpretations and recovery checks.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Keep private keys and passwords out of submissions.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C2024"/>
                </a:solidFill>
                <a:latin typeface="Aptos"/>
              </a:defRPr>
            </a:pPr>
            <a:r>
              <a:t>Complete the core labs before attempting extension challenges.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73152" bIns="36576"/>
          <a:lstStyle/>
          <a:p>
            <a:pPr algn="l">
              <a:spcAft>
                <a:spcPts val="8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Evidence 25 • Diagnosis 25 • Recovery 20 • Automation 20 • Communication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